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6" r:id="rId2"/>
    <p:sldMasterId id="2147483681" r:id="rId3"/>
  </p:sldMasterIdLst>
  <p:notesMasterIdLst>
    <p:notesMasterId r:id="rId39"/>
  </p:notesMasterIdLst>
  <p:sldIdLst>
    <p:sldId id="547" r:id="rId4"/>
    <p:sldId id="556" r:id="rId5"/>
    <p:sldId id="557" r:id="rId6"/>
    <p:sldId id="558" r:id="rId7"/>
    <p:sldId id="265" r:id="rId8"/>
    <p:sldId id="559" r:id="rId9"/>
    <p:sldId id="560" r:id="rId10"/>
    <p:sldId id="562" r:id="rId11"/>
    <p:sldId id="582" r:id="rId12"/>
    <p:sldId id="606" r:id="rId13"/>
    <p:sldId id="563" r:id="rId14"/>
    <p:sldId id="583" r:id="rId15"/>
    <p:sldId id="584" r:id="rId16"/>
    <p:sldId id="585" r:id="rId17"/>
    <p:sldId id="586" r:id="rId18"/>
    <p:sldId id="587" r:id="rId19"/>
    <p:sldId id="588" r:id="rId20"/>
    <p:sldId id="589" r:id="rId21"/>
    <p:sldId id="596" r:id="rId22"/>
    <p:sldId id="597" r:id="rId23"/>
    <p:sldId id="598" r:id="rId24"/>
    <p:sldId id="599" r:id="rId25"/>
    <p:sldId id="590" r:id="rId26"/>
    <p:sldId id="600" r:id="rId27"/>
    <p:sldId id="601" r:id="rId28"/>
    <p:sldId id="591" r:id="rId29"/>
    <p:sldId id="592" r:id="rId30"/>
    <p:sldId id="603" r:id="rId31"/>
    <p:sldId id="593" r:id="rId32"/>
    <p:sldId id="604" r:id="rId33"/>
    <p:sldId id="594" r:id="rId34"/>
    <p:sldId id="595" r:id="rId35"/>
    <p:sldId id="602" r:id="rId36"/>
    <p:sldId id="581" r:id="rId37"/>
    <p:sldId id="605" r:id="rId38"/>
  </p:sldIdLst>
  <p:sldSz cx="12192000" cy="6858000"/>
  <p:notesSz cx="9926638" cy="6797675"/>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D852D1-B45E-822E-E7CF-12811A705949}">
  <a:tblStyle styleId="{A2D852D1-B45E-822E-E7CF-12811A705949}" styleName="Medium Style 2">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fill>
          <a:solidFill>
            <a:schemeClr val="dk1">
              <a:tint val="40000"/>
            </a:schemeClr>
          </a:solidFill>
        </a:fill>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a:solidFill>
                <a:schemeClr val="lt1"/>
              </a:solidFill>
            </a:ln>
          </a:top>
        </a:tcBdr>
        <a:fill>
          <a:solidFill>
            <a:schemeClr val="dk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dk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272" autoAdjust="0"/>
  </p:normalViewPr>
  <p:slideViewPr>
    <p:cSldViewPr snapToGrid="0">
      <p:cViewPr>
        <p:scale>
          <a:sx n="80" d="100"/>
          <a:sy n="80" d="100"/>
        </p:scale>
        <p:origin x="345" y="33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lt-LT"/>
          </a:p>
        </p:txBody>
      </p:sp>
      <p:sp>
        <p:nvSpPr>
          <p:cNvPr id="3" name="Date Placeholder 2"/>
          <p:cNvSpPr>
            <a:spLocks noGrp="1"/>
          </p:cNvSpPr>
          <p:nvPr>
            <p:ph type="dt" idx="1"/>
          </p:nvPr>
        </p:nvSpPr>
        <p:spPr>
          <a:xfrm>
            <a:off x="5622925" y="0"/>
            <a:ext cx="4302125" cy="341313"/>
          </a:xfrm>
          <a:prstGeom prst="rect">
            <a:avLst/>
          </a:prstGeom>
        </p:spPr>
        <p:txBody>
          <a:bodyPr vert="horz" lIns="91440" tIns="45720" rIns="91440" bIns="45720" rtlCol="0"/>
          <a:lstStyle>
            <a:lvl1pPr algn="r">
              <a:defRPr sz="1200"/>
            </a:lvl1pPr>
          </a:lstStyle>
          <a:p>
            <a:fld id="{CD9BD394-AA11-4652-B487-76E320A7A99E}" type="datetimeFigureOut">
              <a:rPr lang="lt-LT" smtClean="0"/>
              <a:t>2024-12-02</a:t>
            </a:fld>
            <a:endParaRPr lang="lt-LT"/>
          </a:p>
        </p:txBody>
      </p:sp>
      <p:sp>
        <p:nvSpPr>
          <p:cNvPr id="4" name="Slide Image Placeholder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lt-LT"/>
          </a:p>
        </p:txBody>
      </p:sp>
      <p:sp>
        <p:nvSpPr>
          <p:cNvPr id="5" name="Notes Placeholder 4"/>
          <p:cNvSpPr>
            <a:spLocks noGrp="1"/>
          </p:cNvSpPr>
          <p:nvPr>
            <p:ph type="body" sz="quarter" idx="3"/>
          </p:nvPr>
        </p:nvSpPr>
        <p:spPr>
          <a:xfrm>
            <a:off x="992188" y="3271838"/>
            <a:ext cx="7942262" cy="2676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6" name="Footer Placeholder 5"/>
          <p:cNvSpPr>
            <a:spLocks noGrp="1"/>
          </p:cNvSpPr>
          <p:nvPr>
            <p:ph type="ftr" sz="quarter" idx="4"/>
          </p:nvPr>
        </p:nvSpPr>
        <p:spPr>
          <a:xfrm>
            <a:off x="0" y="6456363"/>
            <a:ext cx="4302125" cy="341312"/>
          </a:xfrm>
          <a:prstGeom prst="rect">
            <a:avLst/>
          </a:prstGeom>
        </p:spPr>
        <p:txBody>
          <a:bodyPr vert="horz" lIns="91440" tIns="45720" rIns="91440" bIns="45720" rtlCol="0" anchor="b"/>
          <a:lstStyle>
            <a:lvl1pPr algn="l">
              <a:defRPr sz="1200"/>
            </a:lvl1pPr>
          </a:lstStyle>
          <a:p>
            <a:endParaRPr lang="lt-LT"/>
          </a:p>
        </p:txBody>
      </p:sp>
      <p:sp>
        <p:nvSpPr>
          <p:cNvPr id="7" name="Slide Number Placeholder 6"/>
          <p:cNvSpPr>
            <a:spLocks noGrp="1"/>
          </p:cNvSpPr>
          <p:nvPr>
            <p:ph type="sldNum" sz="quarter" idx="5"/>
          </p:nvPr>
        </p:nvSpPr>
        <p:spPr>
          <a:xfrm>
            <a:off x="5622925" y="6456363"/>
            <a:ext cx="4302125" cy="341312"/>
          </a:xfrm>
          <a:prstGeom prst="rect">
            <a:avLst/>
          </a:prstGeom>
        </p:spPr>
        <p:txBody>
          <a:bodyPr vert="horz" lIns="91440" tIns="45720" rIns="91440" bIns="45720" rtlCol="0" anchor="b"/>
          <a:lstStyle>
            <a:lvl1pPr algn="r">
              <a:defRPr sz="1200"/>
            </a:lvl1pPr>
          </a:lstStyle>
          <a:p>
            <a:fld id="{27C61883-5D33-492B-A43B-4C1784925B0C}" type="slidenum">
              <a:rPr lang="lt-LT" smtClean="0"/>
              <a:t>‹#›</a:t>
            </a:fld>
            <a:endParaRPr lang="lt-LT"/>
          </a:p>
        </p:txBody>
      </p:sp>
    </p:spTree>
    <p:extLst>
      <p:ext uri="{BB962C8B-B14F-4D97-AF65-F5344CB8AC3E}">
        <p14:creationId xmlns:p14="http://schemas.microsoft.com/office/powerpoint/2010/main" val="1078756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2</a:t>
            </a:fld>
            <a:endParaRPr lang="lt-LT"/>
          </a:p>
        </p:txBody>
      </p:sp>
    </p:spTree>
    <p:extLst>
      <p:ext uri="{BB962C8B-B14F-4D97-AF65-F5344CB8AC3E}">
        <p14:creationId xmlns:p14="http://schemas.microsoft.com/office/powerpoint/2010/main" val="47237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E41982-9C9C-C141-8575-EDABC0346C38}" type="slidenum">
              <a:rPr lang="en-US" smtClean="0"/>
              <a:t>4</a:t>
            </a:fld>
            <a:endParaRPr lang="en-US"/>
          </a:p>
        </p:txBody>
      </p:sp>
    </p:spTree>
    <p:extLst>
      <p:ext uri="{BB962C8B-B14F-4D97-AF65-F5344CB8AC3E}">
        <p14:creationId xmlns:p14="http://schemas.microsoft.com/office/powerpoint/2010/main" val="1115675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Font typeface="Arial" charset="0"/>
              <a:buNone/>
            </a:pPr>
            <a:r>
              <a:rPr lang="lt-LT" sz="1200" dirty="0">
                <a:solidFill>
                  <a:srgbClr val="002060"/>
                </a:solidFill>
              </a:rPr>
              <a:t>1st </a:t>
            </a:r>
            <a:r>
              <a:rPr lang="lt-LT" sz="1200" dirty="0" err="1">
                <a:solidFill>
                  <a:srgbClr val="002060"/>
                </a:solidFill>
              </a:rPr>
              <a:t>cycle</a:t>
            </a:r>
            <a:r>
              <a:rPr lang="lt-LT" sz="1200" dirty="0">
                <a:solidFill>
                  <a:srgbClr val="002060"/>
                </a:solidFill>
              </a:rPr>
              <a:t> </a:t>
            </a:r>
            <a:r>
              <a:rPr lang="lt-LT" sz="1200" dirty="0" err="1">
                <a:solidFill>
                  <a:srgbClr val="002060"/>
                </a:solidFill>
              </a:rPr>
              <a:t>programmes</a:t>
            </a:r>
            <a:r>
              <a:rPr lang="lt-LT" sz="1200" dirty="0">
                <a:solidFill>
                  <a:srgbClr val="002060"/>
                </a:solidFill>
              </a:rPr>
              <a:t>:</a:t>
            </a:r>
          </a:p>
          <a:p>
            <a:pPr marL="285750" indent="-285750">
              <a:lnSpc>
                <a:spcPct val="100000"/>
              </a:lnSpc>
              <a:buFont typeface="Arial" charset="0"/>
              <a:buChar char="•"/>
            </a:pPr>
            <a:r>
              <a:rPr lang="en-GB" sz="1200" dirty="0">
                <a:solidFill>
                  <a:srgbClr val="002060"/>
                </a:solidFill>
              </a:rPr>
              <a:t>Artificial Intelligence EN</a:t>
            </a:r>
          </a:p>
          <a:p>
            <a:pPr marL="285750" indent="-285750">
              <a:lnSpc>
                <a:spcPct val="100000"/>
              </a:lnSpc>
              <a:buFont typeface="Arial" charset="0"/>
              <a:buChar char="•"/>
            </a:pPr>
            <a:r>
              <a:rPr lang="en-GB" sz="1200" dirty="0">
                <a:solidFill>
                  <a:srgbClr val="002060"/>
                </a:solidFill>
              </a:rPr>
              <a:t>Informatics EN</a:t>
            </a:r>
          </a:p>
          <a:p>
            <a:pPr marL="285750" indent="-285750">
              <a:lnSpc>
                <a:spcPct val="100000"/>
              </a:lnSpc>
              <a:buFont typeface="Arial" charset="0"/>
              <a:buChar char="•"/>
            </a:pPr>
            <a:r>
              <a:rPr lang="en-GB" sz="1200" dirty="0">
                <a:solidFill>
                  <a:srgbClr val="002060"/>
                </a:solidFill>
              </a:rPr>
              <a:t>Informatics Engineering</a:t>
            </a:r>
          </a:p>
          <a:p>
            <a:pPr marL="285750" indent="-285750">
              <a:lnSpc>
                <a:spcPct val="100000"/>
              </a:lnSpc>
              <a:buFont typeface="Arial" charset="0"/>
              <a:buChar char="•"/>
            </a:pPr>
            <a:r>
              <a:rPr lang="en-GB" sz="1200" dirty="0">
                <a:solidFill>
                  <a:srgbClr val="002060"/>
                </a:solidFill>
              </a:rPr>
              <a:t>Information Systems</a:t>
            </a:r>
          </a:p>
          <a:p>
            <a:pPr marL="285750" indent="-285750">
              <a:lnSpc>
                <a:spcPct val="100000"/>
              </a:lnSpc>
              <a:buFont typeface="Arial" charset="0"/>
              <a:buChar char="•"/>
            </a:pPr>
            <a:r>
              <a:rPr lang="en-GB" sz="1200" dirty="0">
                <a:solidFill>
                  <a:srgbClr val="002060"/>
                </a:solidFill>
              </a:rPr>
              <a:t>Multimedia Technologies</a:t>
            </a:r>
          </a:p>
          <a:p>
            <a:pPr marL="285750" indent="-285750">
              <a:lnSpc>
                <a:spcPct val="100000"/>
              </a:lnSpc>
              <a:buFont typeface="Arial" charset="0"/>
              <a:buChar char="•"/>
            </a:pPr>
            <a:r>
              <a:rPr lang="en-GB" sz="1200" dirty="0">
                <a:solidFill>
                  <a:srgbClr val="002060"/>
                </a:solidFill>
              </a:rPr>
              <a:t>Software </a:t>
            </a:r>
            <a:r>
              <a:rPr lang="en-US" sz="1200" dirty="0">
                <a:solidFill>
                  <a:srgbClr val="002060"/>
                </a:solidFill>
              </a:rPr>
              <a:t>Systems</a:t>
            </a:r>
            <a:endParaRPr lang="en-GB" sz="1200" dirty="0">
              <a:solidFill>
                <a:srgbClr val="002060"/>
              </a:solidFill>
            </a:endParaRPr>
          </a:p>
          <a:p>
            <a:r>
              <a:rPr lang="lt-LT" dirty="0"/>
              <a:t>2nd </a:t>
            </a:r>
            <a:r>
              <a:rPr lang="lt-LT" dirty="0" err="1"/>
              <a:t>cycle</a:t>
            </a:r>
            <a:r>
              <a:rPr lang="lt-LT" dirty="0"/>
              <a:t> </a:t>
            </a:r>
            <a:r>
              <a:rPr lang="lt-LT" dirty="0" err="1"/>
              <a:t>programmes</a:t>
            </a:r>
            <a:r>
              <a:rPr lang="lt-LT" dirty="0"/>
              <a:t>:</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Artificial Intelligence in Computer Science </a:t>
            </a:r>
            <a:r>
              <a:rPr lang="en-GB" sz="1200" b="1" dirty="0">
                <a:solidFill>
                  <a:srgbClr val="002060"/>
                </a:solidFill>
                <a:latin typeface="Arial" panose="020B0604020202020204" pitchFamily="34" charset="0"/>
                <a:cs typeface="Arial" panose="020B0604020202020204" pitchFamily="34" charset="0"/>
              </a:rPr>
              <a:t>EN</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Information and Information Technologies Security</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Digital Transformation and System Architectures</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Information Technologies of Distance Education</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Software Engineering</a:t>
            </a:r>
          </a:p>
          <a:p>
            <a:r>
              <a:rPr lang="lt-LT" dirty="0" err="1"/>
              <a:t>Research</a:t>
            </a:r>
            <a:r>
              <a:rPr lang="lt-LT" dirty="0"/>
              <a:t> </a:t>
            </a:r>
            <a:r>
              <a:rPr lang="lt-LT" dirty="0" err="1"/>
              <a:t>Groups</a:t>
            </a:r>
            <a:r>
              <a:rPr lang="lt-LT" dirty="0"/>
              <a:t>:</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Artificial Intelligence and Image Processing Methods in Multimedia</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Cyber Security</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Internet-of-Things and Services</a:t>
            </a:r>
          </a:p>
          <a:p>
            <a:pPr marL="285750" indent="-285750">
              <a:buFont typeface="Arial" charset="0"/>
              <a:buChar char="•"/>
            </a:pPr>
            <a:r>
              <a:rPr lang="en-GB" sz="1200" b="1" u="sng" dirty="0">
                <a:solidFill>
                  <a:srgbClr val="002060"/>
                </a:solidFill>
                <a:latin typeface="Arial" panose="020B0604020202020204" pitchFamily="34" charset="0"/>
                <a:cs typeface="Arial" panose="020B0604020202020204" pitchFamily="34" charset="0"/>
              </a:rPr>
              <a:t>Multidisciplinary Models</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Multimodal Human-Computer Interactions</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Semantics and Knowledge-based Engineering of Information Systems</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Smart Educational Technologies and their Application</a:t>
            </a:r>
          </a:p>
          <a:p>
            <a:pPr marL="285750" indent="-285750">
              <a:buFont typeface="Arial" charset="0"/>
              <a:buChar char="•"/>
            </a:pPr>
            <a:r>
              <a:rPr lang="en-GB" sz="1200" dirty="0">
                <a:solidFill>
                  <a:srgbClr val="002060"/>
                </a:solidFill>
                <a:latin typeface="Arial" panose="020B0604020202020204" pitchFamily="34" charset="0"/>
                <a:cs typeface="Arial" panose="020B0604020202020204" pitchFamily="34" charset="0"/>
              </a:rPr>
              <a:t>Systems Design and Testing</a:t>
            </a:r>
          </a:p>
          <a:p>
            <a:endParaRPr lang="lt-LT" dirty="0"/>
          </a:p>
        </p:txBody>
      </p:sp>
      <p:sp>
        <p:nvSpPr>
          <p:cNvPr id="4" name="Slide Number Placeholder 3"/>
          <p:cNvSpPr>
            <a:spLocks noGrp="1"/>
          </p:cNvSpPr>
          <p:nvPr>
            <p:ph type="sldNum" sz="quarter" idx="5"/>
          </p:nvPr>
        </p:nvSpPr>
        <p:spPr/>
        <p:txBody>
          <a:bodyPr/>
          <a:lstStyle/>
          <a:p>
            <a:fld id="{27C61883-5D33-492B-A43B-4C1784925B0C}" type="slidenum">
              <a:rPr lang="lt-LT" smtClean="0"/>
              <a:t>5</a:t>
            </a:fld>
            <a:endParaRPr lang="lt-LT"/>
          </a:p>
        </p:txBody>
      </p:sp>
    </p:spTree>
    <p:extLst>
      <p:ext uri="{BB962C8B-B14F-4D97-AF65-F5344CB8AC3E}">
        <p14:creationId xmlns:p14="http://schemas.microsoft.com/office/powerpoint/2010/main" val="1397621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6</a:t>
            </a:fld>
            <a:endParaRPr lang="lt-LT"/>
          </a:p>
        </p:txBody>
      </p:sp>
    </p:spTree>
    <p:extLst>
      <p:ext uri="{BB962C8B-B14F-4D97-AF65-F5344CB8AC3E}">
        <p14:creationId xmlns:p14="http://schemas.microsoft.com/office/powerpoint/2010/main" val="2339089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98193-2BBF-3A68-DCC5-DE061BD4F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80076-0080-4D6A-DCC3-4200F0937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9B13C-0AAE-C187-95CA-39C2AC7C22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BE6B3-8B59-5C2B-7672-19D30B7F4902}"/>
              </a:ext>
            </a:extLst>
          </p:cNvPr>
          <p:cNvSpPr>
            <a:spLocks noGrp="1"/>
          </p:cNvSpPr>
          <p:nvPr>
            <p:ph type="sldNum" sz="quarter" idx="5"/>
          </p:nvPr>
        </p:nvSpPr>
        <p:spPr/>
        <p:txBody>
          <a:bodyPr/>
          <a:lstStyle/>
          <a:p>
            <a:fld id="{27C61883-5D33-492B-A43B-4C1784925B0C}" type="slidenum">
              <a:rPr lang="lt-LT" smtClean="0"/>
              <a:t>10</a:t>
            </a:fld>
            <a:endParaRPr lang="lt-LT"/>
          </a:p>
        </p:txBody>
      </p:sp>
    </p:spTree>
    <p:extLst>
      <p:ext uri="{BB962C8B-B14F-4D97-AF65-F5344CB8AC3E}">
        <p14:creationId xmlns:p14="http://schemas.microsoft.com/office/powerpoint/2010/main" val="553569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11</a:t>
            </a:fld>
            <a:endParaRPr lang="lt-LT"/>
          </a:p>
        </p:txBody>
      </p:sp>
    </p:spTree>
    <p:extLst>
      <p:ext uri="{BB962C8B-B14F-4D97-AF65-F5344CB8AC3E}">
        <p14:creationId xmlns:p14="http://schemas.microsoft.com/office/powerpoint/2010/main" val="3597158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25</a:t>
            </a:fld>
            <a:endParaRPr lang="lt-LT"/>
          </a:p>
        </p:txBody>
      </p:sp>
    </p:spTree>
    <p:extLst>
      <p:ext uri="{BB962C8B-B14F-4D97-AF65-F5344CB8AC3E}">
        <p14:creationId xmlns:p14="http://schemas.microsoft.com/office/powerpoint/2010/main" val="3171305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30</a:t>
            </a:fld>
            <a:endParaRPr lang="lt-LT"/>
          </a:p>
        </p:txBody>
      </p:sp>
    </p:spTree>
    <p:extLst>
      <p:ext uri="{BB962C8B-B14F-4D97-AF65-F5344CB8AC3E}">
        <p14:creationId xmlns:p14="http://schemas.microsoft.com/office/powerpoint/2010/main" val="1231111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0E65C-39C5-3892-0516-D40AB7296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427E1-B58C-A388-19B7-D8D918105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D7827-99F1-DC3A-142F-63A98470DB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68C84E-BC25-54A7-35C4-79EB49DBE85F}"/>
              </a:ext>
            </a:extLst>
          </p:cNvPr>
          <p:cNvSpPr>
            <a:spLocks noGrp="1"/>
          </p:cNvSpPr>
          <p:nvPr>
            <p:ph type="sldNum" sz="quarter" idx="5"/>
          </p:nvPr>
        </p:nvSpPr>
        <p:spPr/>
        <p:txBody>
          <a:bodyPr/>
          <a:lstStyle/>
          <a:p>
            <a:fld id="{27C61883-5D33-492B-A43B-4C1784925B0C}" type="slidenum">
              <a:rPr lang="lt-LT" smtClean="0"/>
              <a:t>33</a:t>
            </a:fld>
            <a:endParaRPr lang="lt-LT"/>
          </a:p>
        </p:txBody>
      </p:sp>
    </p:spTree>
    <p:extLst>
      <p:ext uri="{BB962C8B-B14F-4D97-AF65-F5344CB8AC3E}">
        <p14:creationId xmlns:p14="http://schemas.microsoft.com/office/powerpoint/2010/main" val="3830815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61883-5D33-492B-A43B-4C1784925B0C}" type="slidenum">
              <a:rPr lang="lt-LT" smtClean="0"/>
              <a:t>34</a:t>
            </a:fld>
            <a:endParaRPr lang="lt-LT"/>
          </a:p>
        </p:txBody>
      </p:sp>
    </p:spTree>
    <p:extLst>
      <p:ext uri="{BB962C8B-B14F-4D97-AF65-F5344CB8AC3E}">
        <p14:creationId xmlns:p14="http://schemas.microsoft.com/office/powerpoint/2010/main" val="41757627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13.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10.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3.xml"/><Relationship Id="rId4" Type="http://schemas.openxmlformats.org/officeDocument/2006/relationships/image" Target="../media/image13.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4.emf"/><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ulinė">
    <p:bg>
      <p:bgPr>
        <a:solidFill>
          <a:schemeClr val="tx1"/>
        </a:solidFill>
        <a:effectLst/>
      </p:bgPr>
    </p:bg>
    <p:spTree>
      <p:nvGrpSpPr>
        <p:cNvPr id="1" name=""/>
        <p:cNvGrpSpPr/>
        <p:nvPr/>
      </p:nvGrpSpPr>
      <p:grpSpPr bwMode="auto">
        <a:xfrm>
          <a:off x="0" y="0"/>
          <a:ext cx="0" cy="0"/>
          <a:chOff x="0" y="0"/>
          <a:chExt cx="0" cy="0"/>
        </a:xfrm>
      </p:grpSpPr>
      <p:pic>
        <p:nvPicPr>
          <p:cNvPr id="4" name="Picture 10"/>
          <p:cNvPicPr>
            <a:picLocks noChangeAspect="1"/>
          </p:cNvPicPr>
          <p:nvPr userDrawn="1"/>
        </p:nvPicPr>
        <p:blipFill>
          <a:blip r:embed="rId2"/>
          <a:stretch/>
        </p:blipFill>
        <p:spPr bwMode="auto">
          <a:xfrm>
            <a:off x="10909021" y="424809"/>
            <a:ext cx="862883" cy="983770"/>
          </a:xfrm>
          <a:prstGeom prst="rect">
            <a:avLst/>
          </a:prstGeom>
        </p:spPr>
      </p:pic>
      <p:sp>
        <p:nvSpPr>
          <p:cNvPr id="5" name="Text Placeholder 4"/>
          <p:cNvSpPr>
            <a:spLocks noGrp="1"/>
          </p:cNvSpPr>
          <p:nvPr>
            <p:ph type="body" sz="quarter" idx="10" hasCustomPrompt="1"/>
          </p:nvPr>
        </p:nvSpPr>
        <p:spPr bwMode="auto">
          <a:xfrm>
            <a:off x="632355" y="5837238"/>
            <a:ext cx="8854531" cy="400050"/>
          </a:xfrm>
          <a:prstGeom prst="rect">
            <a:avLst/>
          </a:prstGeom>
        </p:spPr>
        <p:txBody>
          <a:bodyPr anchor="b"/>
          <a:lstStyle>
            <a:lvl1pPr marL="0" indent="0">
              <a:buNone/>
              <a:defRPr sz="2200" b="1" i="0">
                <a:solidFill>
                  <a:schemeClr val="bg1"/>
                </a:solidFill>
                <a:latin typeface="Arial"/>
                <a:ea typeface="Inter Semi Bold"/>
                <a:cs typeface="Arial"/>
              </a:defRPr>
            </a:lvl1pPr>
          </a:lstStyle>
          <a:p>
            <a:pPr lvl="0">
              <a:defRPr/>
            </a:pPr>
            <a:r>
              <a:rPr lang="en-US"/>
              <a:t>Subantraštė</a:t>
            </a:r>
          </a:p>
        </p:txBody>
      </p:sp>
      <p:sp>
        <p:nvSpPr>
          <p:cNvPr id="6" name="Text Placeholder 7"/>
          <p:cNvSpPr>
            <a:spLocks noGrp="1"/>
          </p:cNvSpPr>
          <p:nvPr>
            <p:ph type="body" sz="quarter" idx="11" hasCustomPrompt="1"/>
          </p:nvPr>
        </p:nvSpPr>
        <p:spPr bwMode="auto">
          <a:xfrm>
            <a:off x="632355" y="1952625"/>
            <a:ext cx="8854531" cy="3534526"/>
          </a:xfrm>
          <a:prstGeom prst="rect">
            <a:avLst/>
          </a:prstGeom>
        </p:spPr>
        <p:txBody>
          <a:bodyPr anchor="b"/>
          <a:lstStyle>
            <a:lvl1pPr marL="0" indent="0">
              <a:buNone/>
              <a:defRPr sz="5000" b="1" i="0">
                <a:solidFill>
                  <a:srgbClr val="FFFF00"/>
                </a:solidFill>
                <a:latin typeface="Arial"/>
                <a:ea typeface="Inter Semi Bold"/>
                <a:cs typeface="Arial"/>
              </a:defRPr>
            </a:lvl1pPr>
          </a:lstStyle>
          <a:p>
            <a:pPr lvl="0">
              <a:defRPr/>
            </a:pPr>
            <a:r>
              <a:rPr lang="en-US"/>
              <a:t>Antraštė</a:t>
            </a:r>
          </a:p>
        </p:txBody>
      </p:sp>
      <p:pic>
        <p:nvPicPr>
          <p:cNvPr id="7" name="Picture 6"/>
          <p:cNvPicPr>
            <a:picLocks noChangeAspect="1"/>
          </p:cNvPicPr>
          <p:nvPr userDrawn="1"/>
        </p:nvPicPr>
        <p:blipFill>
          <a:blip r:embed="rId3"/>
          <a:stretch/>
        </p:blipFill>
        <p:spPr bwMode="auto">
          <a:xfrm>
            <a:off x="10356850" y="0"/>
            <a:ext cx="190500" cy="6858000"/>
          </a:xfrm>
          <a:prstGeom prst="rect">
            <a:avLst/>
          </a:prstGeom>
        </p:spPr>
      </p:pic>
      <p:sp>
        <p:nvSpPr>
          <p:cNvPr id="8" name="Text Placeholder 2"/>
          <p:cNvSpPr>
            <a:spLocks noGrp="1"/>
          </p:cNvSpPr>
          <p:nvPr>
            <p:ph type="body" sz="quarter" idx="12" hasCustomPrompt="1"/>
          </p:nvPr>
        </p:nvSpPr>
        <p:spPr bwMode="auto">
          <a:xfrm rot="16199999">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pic>
        <p:nvPicPr>
          <p:cNvPr id="9" name="Picture 3"/>
          <p:cNvPicPr>
            <a:picLocks noChangeAspect="1"/>
          </p:cNvPicPr>
          <p:nvPr userDrawn="1"/>
        </p:nvPicPr>
        <p:blipFill>
          <a:blip r:embed="rId4"/>
          <a:srcRect t="3" r="14257" b="-238517"/>
          <a:stretch/>
        </p:blipFill>
        <p:spPr bwMode="auto">
          <a:xfrm>
            <a:off x="0" y="958421"/>
            <a:ext cx="10453816" cy="128974"/>
          </a:xfrm>
          <a:prstGeom prst="rect">
            <a:avLst/>
          </a:prstGeom>
        </p:spPr>
      </p:pic>
      <p:pic>
        <p:nvPicPr>
          <p:cNvPr id="10" name="Picture 4"/>
          <p:cNvPicPr>
            <a:picLocks noChangeAspect="1"/>
          </p:cNvPicPr>
          <p:nvPr userDrawn="1"/>
        </p:nvPicPr>
        <p:blipFill>
          <a:blip r:embed="rId5"/>
          <a:stretch/>
        </p:blipFill>
        <p:spPr bwMode="auto">
          <a:xfrm>
            <a:off x="7293495" y="858795"/>
            <a:ext cx="1104900" cy="254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1_Titulinė">
    <p:bg>
      <p:bgRef idx="1001">
        <a:schemeClr val="bg1"/>
      </p:bgRef>
    </p:bg>
    <p:spTree>
      <p:nvGrpSpPr>
        <p:cNvPr id="1" name=""/>
        <p:cNvGrpSpPr/>
        <p:nvPr/>
      </p:nvGrpSpPr>
      <p:grpSpPr bwMode="auto">
        <a:xfrm>
          <a:off x="0" y="0"/>
          <a:ext cx="0" cy="0"/>
          <a:chOff x="0" y="0"/>
          <a:chExt cx="0" cy="0"/>
        </a:xfrm>
      </p:grpSpPr>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Titulinė">
    <p:bg>
      <p:bgRef idx="1001">
        <a:schemeClr val="bg1"/>
      </p:bgRef>
    </p:bg>
    <p:spTree>
      <p:nvGrpSpPr>
        <p:cNvPr id="1" name=""/>
        <p:cNvGrpSpPr/>
        <p:nvPr/>
      </p:nvGrpSpPr>
      <p:grpSpPr bwMode="auto">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Turinys">
    <p:bg>
      <p:bgPr>
        <a:solidFill>
          <a:schemeClr val="tx1"/>
        </a:solidFill>
        <a:effectLst/>
      </p:bgPr>
    </p:bg>
    <p:spTree>
      <p:nvGrpSpPr>
        <p:cNvPr id="1" name=""/>
        <p:cNvGrpSpPr/>
        <p:nvPr/>
      </p:nvGrpSpPr>
      <p:grpSpPr bwMode="auto">
        <a:xfrm>
          <a:off x="0" y="0"/>
          <a:ext cx="0" cy="0"/>
          <a:chOff x="0" y="0"/>
          <a:chExt cx="0" cy="0"/>
        </a:xfrm>
      </p:grpSpPr>
      <p:pic>
        <p:nvPicPr>
          <p:cNvPr id="4" name="Picture 10"/>
          <p:cNvPicPr>
            <a:picLocks noChangeAspect="1"/>
          </p:cNvPicPr>
          <p:nvPr userDrawn="1"/>
        </p:nvPicPr>
        <p:blipFill>
          <a:blip r:embed="rId2"/>
          <a:stretch/>
        </p:blipFill>
        <p:spPr bwMode="auto">
          <a:xfrm>
            <a:off x="456921" y="424809"/>
            <a:ext cx="862883" cy="983770"/>
          </a:xfrm>
          <a:prstGeom prst="rect">
            <a:avLst/>
          </a:prstGeom>
        </p:spPr>
      </p:pic>
      <p:sp>
        <p:nvSpPr>
          <p:cNvPr id="5" name="Text Placeholder 5"/>
          <p:cNvSpPr>
            <a:spLocks noGrp="1"/>
          </p:cNvSpPr>
          <p:nvPr>
            <p:ph type="body" sz="quarter" idx="10" hasCustomPrompt="1"/>
          </p:nvPr>
        </p:nvSpPr>
        <p:spPr bwMode="auto">
          <a:xfrm>
            <a:off x="2613221" y="1960510"/>
            <a:ext cx="6975279" cy="4276777"/>
          </a:xfrm>
          <a:prstGeom prst="rect">
            <a:avLst/>
          </a:prstGeom>
        </p:spPr>
        <p:txBody>
          <a:bodyPr/>
          <a:lstStyle>
            <a:lvl1pPr marL="360000" indent="-360000">
              <a:lnSpc>
                <a:spcPct val="110000"/>
              </a:lnSpc>
              <a:spcBef>
                <a:spcPts val="1200"/>
              </a:spcBef>
              <a:buClr>
                <a:srgbClr val="FFFF00"/>
              </a:buClr>
              <a:buFont typeface="+mj-lt"/>
              <a:buAutoNum type="arabicPeriod"/>
              <a:defRPr sz="2000" b="0" i="0">
                <a:solidFill>
                  <a:schemeClr val="bg1"/>
                </a:solidFill>
                <a:latin typeface="Arial"/>
                <a:ea typeface="Inter Medium"/>
                <a:cs typeface="Arial"/>
              </a:defRPr>
            </a:lvl1pPr>
          </a:lstStyle>
          <a:p>
            <a:pPr lvl="0">
              <a:defRPr/>
            </a:pPr>
            <a:r>
              <a:rPr lang="en-US"/>
              <a:t>Antraštė</a:t>
            </a:r>
          </a:p>
          <a:p>
            <a:pPr lvl="0">
              <a:defRPr/>
            </a:pPr>
            <a:r>
              <a:rPr lang="en-US"/>
              <a:t>Antraštė</a:t>
            </a:r>
          </a:p>
        </p:txBody>
      </p:sp>
      <p:sp>
        <p:nvSpPr>
          <p:cNvPr id="6" name="Text Placeholder 4"/>
          <p:cNvSpPr>
            <a:spLocks noGrp="1"/>
          </p:cNvSpPr>
          <p:nvPr>
            <p:ph type="body" sz="quarter" idx="11" hasCustomPrompt="1"/>
          </p:nvPr>
        </p:nvSpPr>
        <p:spPr bwMode="auto">
          <a:xfrm>
            <a:off x="2613221" y="600737"/>
            <a:ext cx="8037512" cy="509636"/>
          </a:xfrm>
          <a:prstGeom prst="rect">
            <a:avLst/>
          </a:prstGeom>
        </p:spPr>
        <p:txBody>
          <a:bodyPr/>
          <a:lstStyle>
            <a:lvl1pPr marL="0" indent="0">
              <a:buNone/>
              <a:defRPr sz="3000" b="1" i="0">
                <a:solidFill>
                  <a:srgbClr val="FFFF00"/>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Turinys</a:t>
            </a:r>
          </a:p>
        </p:txBody>
      </p:sp>
      <p:pic>
        <p:nvPicPr>
          <p:cNvPr id="7" name="Picture 23"/>
          <p:cNvPicPr>
            <a:picLocks noChangeAspect="1"/>
          </p:cNvPicPr>
          <p:nvPr userDrawn="1"/>
        </p:nvPicPr>
        <p:blipFill>
          <a:blip r:embed="rId3"/>
          <a:stretch/>
        </p:blipFill>
        <p:spPr bwMode="auto">
          <a:xfrm>
            <a:off x="1646472" y="0"/>
            <a:ext cx="190500" cy="6858000"/>
          </a:xfrm>
          <a:prstGeom prst="rect">
            <a:avLst/>
          </a:prstGeom>
        </p:spPr>
      </p:pic>
      <p:sp>
        <p:nvSpPr>
          <p:cNvPr id="8" name="Text Placeholder 2"/>
          <p:cNvSpPr>
            <a:spLocks noGrp="1"/>
          </p:cNvSpPr>
          <p:nvPr>
            <p:ph type="body" sz="quarter" idx="12" hasCustomPrompt="1"/>
          </p:nvPr>
        </p:nvSpPr>
        <p:spPr bwMode="auto">
          <a:xfrm rot="16199999">
            <a:off x="-1604416" y="3603891"/>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sp>
        <p:nvSpPr>
          <p:cNvPr id="9"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Arial"/>
                <a:ea typeface="Inter Semi Bold"/>
                <a:cs typeface="Arial"/>
              </a:rPr>
              <a:t>‹#›</a:t>
            </a:fld>
            <a:endParaRPr lang="en-US" sz="1400" b="1" i="0">
              <a:solidFill>
                <a:schemeClr val="bg1"/>
              </a:solidFill>
              <a:latin typeface="Arial"/>
              <a:ea typeface="Inter Semi Bold"/>
              <a:cs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Skyrius_Vienas skaičius">
    <p:bg>
      <p:bgPr>
        <a:solidFill>
          <a:schemeClr val="tx1"/>
        </a:solidFill>
        <a:effectLst/>
      </p:bgPr>
    </p:bg>
    <p:spTree>
      <p:nvGrpSpPr>
        <p:cNvPr id="1" name=""/>
        <p:cNvGrpSpPr/>
        <p:nvPr/>
      </p:nvGrpSpPr>
      <p:grpSpPr bwMode="auto">
        <a:xfrm>
          <a:off x="0" y="0"/>
          <a:ext cx="0" cy="0"/>
          <a:chOff x="0" y="0"/>
          <a:chExt cx="0" cy="0"/>
        </a:xfrm>
      </p:grpSpPr>
      <p:pic>
        <p:nvPicPr>
          <p:cNvPr id="4" name="Picture 10"/>
          <p:cNvPicPr>
            <a:picLocks noChangeAspect="1"/>
          </p:cNvPicPr>
          <p:nvPr userDrawn="1"/>
        </p:nvPicPr>
        <p:blipFill>
          <a:blip r:embed="rId2"/>
          <a:stretch/>
        </p:blipFill>
        <p:spPr bwMode="auto">
          <a:xfrm>
            <a:off x="10909021" y="424809"/>
            <a:ext cx="862883" cy="983770"/>
          </a:xfrm>
          <a:prstGeom prst="rect">
            <a:avLst/>
          </a:prstGeom>
        </p:spPr>
      </p:pic>
      <p:pic>
        <p:nvPicPr>
          <p:cNvPr id="5" name="Picture 6"/>
          <p:cNvPicPr>
            <a:picLocks noChangeAspect="1"/>
          </p:cNvPicPr>
          <p:nvPr userDrawn="1"/>
        </p:nvPicPr>
        <p:blipFill>
          <a:blip r:embed="rId3"/>
          <a:stretch/>
        </p:blipFill>
        <p:spPr bwMode="auto">
          <a:xfrm>
            <a:off x="10356850" y="0"/>
            <a:ext cx="190500" cy="6858000"/>
          </a:xfrm>
          <a:prstGeom prst="rect">
            <a:avLst/>
          </a:prstGeom>
        </p:spPr>
      </p:pic>
      <p:pic>
        <p:nvPicPr>
          <p:cNvPr id="6" name="Picture 1"/>
          <p:cNvPicPr>
            <a:picLocks noChangeAspect="1"/>
          </p:cNvPicPr>
          <p:nvPr userDrawn="1"/>
        </p:nvPicPr>
        <p:blipFill>
          <a:blip r:embed="rId4"/>
          <a:stretch/>
        </p:blipFill>
        <p:spPr bwMode="auto">
          <a:xfrm>
            <a:off x="2840052" y="0"/>
            <a:ext cx="38100" cy="6858000"/>
          </a:xfrm>
          <a:prstGeom prst="rect">
            <a:avLst/>
          </a:prstGeom>
        </p:spPr>
      </p:pic>
      <p:pic>
        <p:nvPicPr>
          <p:cNvPr id="7" name="Picture 8"/>
          <p:cNvPicPr>
            <a:picLocks noChangeAspect="1"/>
          </p:cNvPicPr>
          <p:nvPr userDrawn="1"/>
        </p:nvPicPr>
        <p:blipFill>
          <a:blip r:embed="rId4"/>
          <a:srcRect l="-119640" t="58032" r="-170830" b="390"/>
          <a:stretch/>
        </p:blipFill>
        <p:spPr bwMode="auto">
          <a:xfrm rot="5400000">
            <a:off x="1351336" y="52466"/>
            <a:ext cx="148773" cy="2851446"/>
          </a:xfrm>
          <a:prstGeom prst="rect">
            <a:avLst/>
          </a:prstGeom>
        </p:spPr>
      </p:pic>
      <p:sp>
        <p:nvSpPr>
          <p:cNvPr id="8" name="Text Placeholder 3"/>
          <p:cNvSpPr>
            <a:spLocks noGrp="1"/>
          </p:cNvSpPr>
          <p:nvPr>
            <p:ph type="body" sz="quarter" idx="10" hasCustomPrompt="1"/>
          </p:nvPr>
        </p:nvSpPr>
        <p:spPr bwMode="auto">
          <a:xfrm>
            <a:off x="3467098" y="3668711"/>
            <a:ext cx="6222494" cy="2724025"/>
          </a:xfrm>
          <a:prstGeom prst="rect">
            <a:avLst/>
          </a:prstGeom>
        </p:spPr>
        <p:txBody>
          <a:bodyPr anchor="b"/>
          <a:lstStyle>
            <a:lvl1pPr marL="0" indent="0">
              <a:buNone/>
              <a:defRPr sz="3700" b="1" i="0">
                <a:solidFill>
                  <a:srgbClr val="FFFF00"/>
                </a:solidFill>
                <a:latin typeface="Arial"/>
                <a:ea typeface="Inter Semi Bold"/>
                <a:cs typeface="Arial"/>
              </a:defRPr>
            </a:lvl1pPr>
          </a:lstStyle>
          <a:p>
            <a:pPr lvl="0">
              <a:defRPr/>
            </a:pPr>
            <a:r>
              <a:rPr lang="en-US"/>
              <a:t>Antraštė</a:t>
            </a:r>
          </a:p>
        </p:txBody>
      </p:sp>
      <p:pic>
        <p:nvPicPr>
          <p:cNvPr id="9" name="Picture 18"/>
          <p:cNvPicPr>
            <a:picLocks noChangeAspect="1"/>
          </p:cNvPicPr>
          <p:nvPr userDrawn="1"/>
        </p:nvPicPr>
        <p:blipFill>
          <a:blip r:embed="rId5"/>
          <a:stretch/>
        </p:blipFill>
        <p:spPr bwMode="auto">
          <a:xfrm>
            <a:off x="1373481" y="1329925"/>
            <a:ext cx="1104900" cy="254000"/>
          </a:xfrm>
          <a:prstGeom prst="rect">
            <a:avLst/>
          </a:prstGeom>
        </p:spPr>
      </p:pic>
      <p:sp>
        <p:nvSpPr>
          <p:cNvPr id="10" name="Text Placeholder 2"/>
          <p:cNvSpPr>
            <a:spLocks noGrp="1"/>
          </p:cNvSpPr>
          <p:nvPr>
            <p:ph type="body" sz="quarter" idx="14" hasCustomPrompt="1"/>
          </p:nvPr>
        </p:nvSpPr>
        <p:spPr bwMode="auto">
          <a:xfrm rot="16199999">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sp>
        <p:nvSpPr>
          <p:cNvPr id="11" name="TextBox 11"/>
          <p:cNvSpPr>
            <a:spLocks noAdjustHandles="1"/>
          </p:cNvSpPr>
          <p:nvPr userDrawn="1"/>
        </p:nvSpPr>
        <p:spPr bwMode="auto">
          <a:xfrm>
            <a:off x="3467098" y="1289465"/>
            <a:ext cx="4604847" cy="323165"/>
          </a:xfrm>
          <a:prstGeom prst="rect">
            <a:avLst/>
          </a:prstGeom>
          <a:noFill/>
        </p:spPr>
        <p:txBody>
          <a:bodyPr wrap="square" rtlCol="0">
            <a:spAutoFit/>
          </a:bodyPr>
          <a:lstStyle/>
          <a:p>
            <a:pPr>
              <a:defRPr/>
            </a:pPr>
            <a:r>
              <a:rPr sz="1500" b="1" i="0">
                <a:solidFill>
                  <a:schemeClr val="bg1"/>
                </a:solidFill>
                <a:latin typeface="Arial"/>
                <a:ea typeface="Inter Semi Bold"/>
                <a:cs typeface="Arial"/>
              </a:rPr>
              <a:t>KAUNO TECHNOLOGIJOS UNIVERSITETAS</a:t>
            </a:r>
            <a:endParaRPr/>
          </a:p>
        </p:txBody>
      </p:sp>
      <p:sp>
        <p:nvSpPr>
          <p:cNvPr id="12" name="Text Placeholder 6"/>
          <p:cNvSpPr>
            <a:spLocks noGrp="1"/>
          </p:cNvSpPr>
          <p:nvPr>
            <p:ph type="body" sz="quarter" idx="13" hasCustomPrompt="1"/>
          </p:nvPr>
        </p:nvSpPr>
        <p:spPr bwMode="auto">
          <a:xfrm>
            <a:off x="0" y="3373722"/>
            <a:ext cx="2828658" cy="3222561"/>
          </a:xfrm>
          <a:prstGeom prst="rect">
            <a:avLst/>
          </a:prstGeom>
          <a:ln w="19050">
            <a:noFill/>
          </a:ln>
        </p:spPr>
        <p:txBody>
          <a:bodyPr/>
          <a:lstStyle>
            <a:lvl1pPr marL="0" indent="0" algn="ctr">
              <a:buNone/>
              <a:defRPr sz="26000" b="1" i="0">
                <a:ln w="19050">
                  <a:solidFill>
                    <a:schemeClr val="bg1"/>
                  </a:solidFill>
                </a:ln>
                <a:noFill/>
                <a:latin typeface="Arial"/>
                <a:ea typeface="Inter"/>
                <a:cs typeface="Arial"/>
              </a:defRPr>
            </a:lvl1pPr>
          </a:lstStyle>
          <a:p>
            <a:pPr lvl="0">
              <a:defRPr/>
            </a:pPr>
            <a:r>
              <a:rPr lang="en-US"/>
              <a:t>2</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Skyrius_Du skaičiai">
    <p:bg>
      <p:bgPr>
        <a:solidFill>
          <a:schemeClr val="tx1"/>
        </a:solidFill>
        <a:effectLst/>
      </p:bgPr>
    </p:bg>
    <p:spTree>
      <p:nvGrpSpPr>
        <p:cNvPr id="1" name=""/>
        <p:cNvGrpSpPr/>
        <p:nvPr/>
      </p:nvGrpSpPr>
      <p:grpSpPr bwMode="auto">
        <a:xfrm>
          <a:off x="0" y="0"/>
          <a:ext cx="0" cy="0"/>
          <a:chOff x="0" y="0"/>
          <a:chExt cx="0" cy="0"/>
        </a:xfrm>
      </p:grpSpPr>
      <p:pic>
        <p:nvPicPr>
          <p:cNvPr id="4" name="Picture 10"/>
          <p:cNvPicPr>
            <a:picLocks noChangeAspect="1"/>
          </p:cNvPicPr>
          <p:nvPr userDrawn="1"/>
        </p:nvPicPr>
        <p:blipFill>
          <a:blip r:embed="rId2"/>
          <a:stretch/>
        </p:blipFill>
        <p:spPr bwMode="auto">
          <a:xfrm>
            <a:off x="10909021" y="424809"/>
            <a:ext cx="862883" cy="983770"/>
          </a:xfrm>
          <a:prstGeom prst="rect">
            <a:avLst/>
          </a:prstGeom>
        </p:spPr>
      </p:pic>
      <p:pic>
        <p:nvPicPr>
          <p:cNvPr id="5" name="Picture 6"/>
          <p:cNvPicPr>
            <a:picLocks noChangeAspect="1"/>
          </p:cNvPicPr>
          <p:nvPr userDrawn="1"/>
        </p:nvPicPr>
        <p:blipFill>
          <a:blip r:embed="rId3"/>
          <a:stretch/>
        </p:blipFill>
        <p:spPr bwMode="auto">
          <a:xfrm>
            <a:off x="10356850" y="0"/>
            <a:ext cx="190500" cy="6858000"/>
          </a:xfrm>
          <a:prstGeom prst="rect">
            <a:avLst/>
          </a:prstGeom>
        </p:spPr>
      </p:pic>
      <p:pic>
        <p:nvPicPr>
          <p:cNvPr id="6" name="Picture 13"/>
          <p:cNvPicPr>
            <a:picLocks noChangeAspect="1"/>
          </p:cNvPicPr>
          <p:nvPr userDrawn="1"/>
        </p:nvPicPr>
        <p:blipFill>
          <a:blip r:embed="rId4"/>
          <a:srcRect l="-254768" t="1" r="-836988" b="29251"/>
          <a:stretch/>
        </p:blipFill>
        <p:spPr bwMode="auto">
          <a:xfrm rot="5400000">
            <a:off x="2198923" y="-847734"/>
            <a:ext cx="454047" cy="4851894"/>
          </a:xfrm>
          <a:prstGeom prst="rect">
            <a:avLst/>
          </a:prstGeom>
        </p:spPr>
      </p:pic>
      <p:pic>
        <p:nvPicPr>
          <p:cNvPr id="7" name="Picture 1"/>
          <p:cNvPicPr>
            <a:picLocks noChangeAspect="1"/>
          </p:cNvPicPr>
          <p:nvPr userDrawn="1"/>
        </p:nvPicPr>
        <p:blipFill>
          <a:blip r:embed="rId4"/>
          <a:stretch/>
        </p:blipFill>
        <p:spPr bwMode="auto">
          <a:xfrm>
            <a:off x="4832844" y="0"/>
            <a:ext cx="38100" cy="6858000"/>
          </a:xfrm>
          <a:prstGeom prst="rect">
            <a:avLst/>
          </a:prstGeom>
        </p:spPr>
      </p:pic>
      <p:pic>
        <p:nvPicPr>
          <p:cNvPr id="8" name="Picture 5"/>
          <p:cNvPicPr>
            <a:picLocks noChangeAspect="1"/>
          </p:cNvPicPr>
          <p:nvPr userDrawn="1"/>
        </p:nvPicPr>
        <p:blipFill>
          <a:blip r:embed="rId5"/>
          <a:stretch/>
        </p:blipFill>
        <p:spPr bwMode="auto">
          <a:xfrm>
            <a:off x="3278535" y="1329925"/>
            <a:ext cx="1104900" cy="254000"/>
          </a:xfrm>
          <a:prstGeom prst="rect">
            <a:avLst/>
          </a:prstGeom>
        </p:spPr>
      </p:pic>
      <p:sp>
        <p:nvSpPr>
          <p:cNvPr id="9" name="Text Placeholder 3"/>
          <p:cNvSpPr>
            <a:spLocks noGrp="1"/>
          </p:cNvSpPr>
          <p:nvPr>
            <p:ph type="body" sz="quarter" idx="10" hasCustomPrompt="1"/>
          </p:nvPr>
        </p:nvSpPr>
        <p:spPr bwMode="auto">
          <a:xfrm>
            <a:off x="5477810" y="3668711"/>
            <a:ext cx="4361134" cy="2724025"/>
          </a:xfrm>
          <a:prstGeom prst="rect">
            <a:avLst/>
          </a:prstGeom>
        </p:spPr>
        <p:txBody>
          <a:bodyPr anchor="b"/>
          <a:lstStyle>
            <a:lvl1pPr marL="0" indent="0">
              <a:buNone/>
              <a:defRPr sz="3700" b="1" i="0">
                <a:solidFill>
                  <a:srgbClr val="FFFF00"/>
                </a:solidFill>
                <a:latin typeface="Arial"/>
                <a:ea typeface="Inter Semi Bold"/>
                <a:cs typeface="Arial"/>
              </a:defRPr>
            </a:lvl1pPr>
          </a:lstStyle>
          <a:p>
            <a:pPr lvl="0">
              <a:defRPr/>
            </a:pPr>
            <a:r>
              <a:rPr lang="en-US"/>
              <a:t>Antraštė</a:t>
            </a:r>
          </a:p>
        </p:txBody>
      </p:sp>
      <p:sp>
        <p:nvSpPr>
          <p:cNvPr id="10" name="Text Placeholder 2"/>
          <p:cNvSpPr>
            <a:spLocks noGrp="1"/>
          </p:cNvSpPr>
          <p:nvPr>
            <p:ph type="body" sz="quarter" idx="14" hasCustomPrompt="1"/>
          </p:nvPr>
        </p:nvSpPr>
        <p:spPr bwMode="auto">
          <a:xfrm rot="16199999">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sp>
        <p:nvSpPr>
          <p:cNvPr id="11" name="TextBox 12"/>
          <p:cNvSpPr>
            <a:spLocks noAdjustHandles="1"/>
          </p:cNvSpPr>
          <p:nvPr userDrawn="1"/>
        </p:nvSpPr>
        <p:spPr bwMode="auto">
          <a:xfrm>
            <a:off x="5477810" y="1289465"/>
            <a:ext cx="4604847" cy="323165"/>
          </a:xfrm>
          <a:prstGeom prst="rect">
            <a:avLst/>
          </a:prstGeom>
          <a:noFill/>
        </p:spPr>
        <p:txBody>
          <a:bodyPr wrap="square" rtlCol="0">
            <a:spAutoFit/>
          </a:bodyPr>
          <a:lstStyle/>
          <a:p>
            <a:pPr>
              <a:defRPr/>
            </a:pPr>
            <a:r>
              <a:rPr sz="1500" b="1" i="0">
                <a:solidFill>
                  <a:schemeClr val="bg1"/>
                </a:solidFill>
                <a:latin typeface="Arial"/>
                <a:ea typeface="Inter Semi Bold"/>
                <a:cs typeface="Arial"/>
              </a:rPr>
              <a:t>KAUNO TECHNOLOGIJOS UNIVERSITETAS</a:t>
            </a:r>
            <a:endParaRPr/>
          </a:p>
        </p:txBody>
      </p:sp>
      <p:sp>
        <p:nvSpPr>
          <p:cNvPr id="12" name="Text Placeholder 6"/>
          <p:cNvSpPr>
            <a:spLocks noGrp="1"/>
          </p:cNvSpPr>
          <p:nvPr>
            <p:ph type="body" sz="quarter" idx="13" hasCustomPrompt="1"/>
          </p:nvPr>
        </p:nvSpPr>
        <p:spPr bwMode="auto">
          <a:xfrm>
            <a:off x="0" y="3373722"/>
            <a:ext cx="4832844" cy="3222561"/>
          </a:xfrm>
          <a:prstGeom prst="rect">
            <a:avLst/>
          </a:prstGeom>
          <a:ln w="19050">
            <a:noFill/>
          </a:ln>
        </p:spPr>
        <p:txBody>
          <a:bodyPr/>
          <a:lstStyle>
            <a:lvl1pPr marL="0" indent="0" algn="ctr">
              <a:buNone/>
              <a:defRPr sz="26000" b="1" i="0">
                <a:ln w="19050">
                  <a:solidFill>
                    <a:schemeClr val="bg1"/>
                  </a:solidFill>
                </a:ln>
                <a:noFill/>
                <a:latin typeface="Arial"/>
                <a:ea typeface="Inter"/>
                <a:cs typeface="Arial"/>
              </a:defRPr>
            </a:lvl1pPr>
          </a:lstStyle>
          <a:p>
            <a:pPr lvl="0">
              <a:defRPr/>
            </a:pPr>
            <a:r>
              <a:rPr lang="en-US"/>
              <a:t>28</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Tekstas_Šūkis_Juoda">
    <p:bg>
      <p:bgPr>
        <a:solidFill>
          <a:schemeClr val="tx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9908045" cy="509636"/>
          </a:xfrm>
          <a:prstGeom prst="rect">
            <a:avLst/>
          </a:prstGeom>
        </p:spPr>
        <p:txBody>
          <a:bodyPr/>
          <a:lstStyle>
            <a:lvl1pPr marL="0" indent="0">
              <a:buNone/>
              <a:defRPr sz="3000" b="1" i="0">
                <a:solidFill>
                  <a:srgbClr val="FFFF00"/>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pic>
        <p:nvPicPr>
          <p:cNvPr id="5" name="Picture 9"/>
          <p:cNvPicPr>
            <a:picLocks noChangeAspect="1"/>
          </p:cNvPicPr>
          <p:nvPr userDrawn="1"/>
        </p:nvPicPr>
        <p:blipFill>
          <a:blip r:embed="rId2"/>
          <a:stretch/>
        </p:blipFill>
        <p:spPr bwMode="auto">
          <a:xfrm>
            <a:off x="11013890" y="0"/>
            <a:ext cx="38100" cy="6858000"/>
          </a:xfrm>
          <a:prstGeom prst="rect">
            <a:avLst/>
          </a:prstGeom>
        </p:spPr>
      </p:pic>
      <p:sp>
        <p:nvSpPr>
          <p:cNvPr id="6" name="Text Placeholder 2"/>
          <p:cNvSpPr>
            <a:spLocks noGrp="1"/>
          </p:cNvSpPr>
          <p:nvPr>
            <p:ph type="body" sz="quarter" idx="14" hasCustomPrompt="1"/>
          </p:nvPr>
        </p:nvSpPr>
        <p:spPr bwMode="auto">
          <a:xfrm rot="16199999">
            <a:off x="9406361" y="3040008"/>
            <a:ext cx="4397904" cy="1173382"/>
          </a:xfrm>
          <a:prstGeom prst="rect">
            <a:avLst/>
          </a:prstGeom>
        </p:spPr>
        <p:txBody>
          <a:bodyPr anchor="ctr"/>
          <a:lstStyle>
            <a:lvl1pPr marL="0" indent="0">
              <a:lnSpc>
                <a:spcPct val="130000"/>
              </a:lnSpc>
              <a:spcBef>
                <a:spcPts val="0"/>
              </a:spcBef>
              <a:buNone/>
              <a:defRPr sz="13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pic>
        <p:nvPicPr>
          <p:cNvPr id="7" name="Picture 15"/>
          <p:cNvPicPr>
            <a:picLocks noChangeAspect="1"/>
          </p:cNvPicPr>
          <p:nvPr userDrawn="1"/>
        </p:nvPicPr>
        <p:blipFill>
          <a:blip r:embed="rId3"/>
          <a:srcRect t="-1" r="9662" b="-12808"/>
          <a:stretch/>
        </p:blipFill>
        <p:spPr bwMode="auto">
          <a:xfrm>
            <a:off x="0" y="1356723"/>
            <a:ext cx="11013890" cy="214901"/>
          </a:xfrm>
          <a:prstGeom prst="rect">
            <a:avLst/>
          </a:prstGeom>
        </p:spPr>
      </p:pic>
      <p:sp>
        <p:nvSpPr>
          <p:cNvPr id="8" name="Text Placeholder 20"/>
          <p:cNvSpPr>
            <a:spLocks noGrp="1"/>
          </p:cNvSpPr>
          <p:nvPr>
            <p:ph type="body" sz="quarter" idx="15" hasCustomPrompt="1"/>
          </p:nvPr>
        </p:nvSpPr>
        <p:spPr bwMode="auto">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9" name="Text Placeholder 20"/>
          <p:cNvSpPr>
            <a:spLocks noGrp="1"/>
          </p:cNvSpPr>
          <p:nvPr>
            <p:ph type="body" sz="quarter" idx="12" hasCustomPrompt="1"/>
          </p:nvPr>
        </p:nvSpPr>
        <p:spPr bwMode="auto">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a:ea typeface="Inter Medium"/>
                <a:cs typeface="Arial"/>
              </a:defRPr>
            </a:lvl1pPr>
          </a:lstStyle>
          <a:p>
            <a:pPr lvl="0">
              <a:defRPr/>
            </a:pPr>
            <a:r>
              <a:rPr lang="lt-LT"/>
              <a:t>Antraštė 2</a:t>
            </a:r>
            <a:endParaRPr/>
          </a:p>
        </p:txBody>
      </p:sp>
      <p:pic>
        <p:nvPicPr>
          <p:cNvPr id="10" name="Picture 22"/>
          <p:cNvPicPr>
            <a:picLocks noChangeAspect="1"/>
          </p:cNvPicPr>
          <p:nvPr userDrawn="1"/>
        </p:nvPicPr>
        <p:blipFill>
          <a:blip r:embed="rId4"/>
          <a:stretch/>
        </p:blipFill>
        <p:spPr bwMode="auto">
          <a:xfrm>
            <a:off x="11314565" y="696317"/>
            <a:ext cx="590983" cy="318475"/>
          </a:xfrm>
          <a:prstGeom prst="rect">
            <a:avLst/>
          </a:prstGeom>
        </p:spPr>
      </p:pic>
      <p:sp>
        <p:nvSpPr>
          <p:cNvPr id="11"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Arial"/>
                <a:ea typeface="Inter Semi Bold"/>
                <a:cs typeface="Arial"/>
              </a:rPr>
              <a:t>‹#›</a:t>
            </a:fld>
            <a:endParaRPr lang="en-US" sz="1400" b="1" i="0">
              <a:solidFill>
                <a:schemeClr val="bg1"/>
              </a:solidFill>
              <a:latin typeface="Arial"/>
              <a:ea typeface="Inter Semi Bold"/>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Tekstas_Šūkis_Balta">
    <p:bg>
      <p:bgPr>
        <a:solidFill>
          <a:schemeClr val="bg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9908045" cy="509636"/>
          </a:xfrm>
          <a:prstGeom prst="rect">
            <a:avLst/>
          </a:prstGeom>
        </p:spPr>
        <p:txBody>
          <a:bodyPr/>
          <a:lstStyle>
            <a:lvl1pPr marL="0" indent="0">
              <a:buNone/>
              <a:defRPr sz="30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Text Placeholder 2"/>
          <p:cNvSpPr>
            <a:spLocks noGrp="1"/>
          </p:cNvSpPr>
          <p:nvPr>
            <p:ph type="body" sz="quarter" idx="14" hasCustomPrompt="1"/>
          </p:nvPr>
        </p:nvSpPr>
        <p:spPr bwMode="auto">
          <a:xfrm rot="16199999">
            <a:off x="9406361" y="3040008"/>
            <a:ext cx="4397904" cy="1173382"/>
          </a:xfrm>
          <a:prstGeom prst="rect">
            <a:avLst/>
          </a:prstGeom>
        </p:spPr>
        <p:txBody>
          <a:bodyPr anchor="ctr"/>
          <a:lstStyle>
            <a:lvl1pPr marL="0" indent="0">
              <a:lnSpc>
                <a:spcPct val="130000"/>
              </a:lnSpc>
              <a:spcBef>
                <a:spcPts val="0"/>
              </a:spcBef>
              <a:buNone/>
              <a:defRPr sz="1300" b="1" i="0">
                <a:solidFill>
                  <a:schemeClr val="tx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sp>
        <p:nvSpPr>
          <p:cNvPr id="6" name="Text Placeholder 20"/>
          <p:cNvSpPr>
            <a:spLocks noGrp="1"/>
          </p:cNvSpPr>
          <p:nvPr>
            <p:ph type="body" sz="quarter" idx="15" hasCustomPrompt="1"/>
          </p:nvPr>
        </p:nvSpPr>
        <p:spPr bwMode="auto">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Text Placeholder 20"/>
          <p:cNvSpPr>
            <a:spLocks noGrp="1"/>
          </p:cNvSpPr>
          <p:nvPr>
            <p:ph type="body" sz="quarter" idx="12" hasCustomPrompt="1"/>
          </p:nvPr>
        </p:nvSpPr>
        <p:spPr bwMode="auto">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a:ea typeface="Inter Medium"/>
                <a:cs typeface="Arial"/>
              </a:defRPr>
            </a:lvl1pPr>
          </a:lstStyle>
          <a:p>
            <a:pPr lvl="0">
              <a:defRPr/>
            </a:pPr>
            <a:r>
              <a:rPr lang="lt-LT"/>
              <a:t>Antraštė 2</a:t>
            </a:r>
            <a:endParaRPr/>
          </a:p>
        </p:txBody>
      </p:sp>
      <p:pic>
        <p:nvPicPr>
          <p:cNvPr id="8" name="Picture 10"/>
          <p:cNvPicPr>
            <a:picLocks noChangeAspect="1"/>
          </p:cNvPicPr>
          <p:nvPr userDrawn="1"/>
        </p:nvPicPr>
        <p:blipFill>
          <a:blip r:embed="rId2"/>
          <a:stretch/>
        </p:blipFill>
        <p:spPr bwMode="auto">
          <a:xfrm>
            <a:off x="11314563" y="696316"/>
            <a:ext cx="590985" cy="318475"/>
          </a:xfrm>
          <a:prstGeom prst="rect">
            <a:avLst/>
          </a:prstGeom>
        </p:spPr>
      </p:pic>
      <p:pic>
        <p:nvPicPr>
          <p:cNvPr id="9" name="Picture 13"/>
          <p:cNvPicPr>
            <a:picLocks noChangeAspect="1"/>
          </p:cNvPicPr>
          <p:nvPr userDrawn="1"/>
        </p:nvPicPr>
        <p:blipFill>
          <a:blip r:embed="rId3"/>
          <a:stretch/>
        </p:blipFill>
        <p:spPr bwMode="auto">
          <a:xfrm>
            <a:off x="11010097" y="0"/>
            <a:ext cx="38100" cy="6858000"/>
          </a:xfrm>
          <a:prstGeom prst="rect">
            <a:avLst/>
          </a:prstGeom>
        </p:spPr>
      </p:pic>
      <p:pic>
        <p:nvPicPr>
          <p:cNvPr id="10" name="Picture 14"/>
          <p:cNvPicPr>
            <a:picLocks noChangeAspect="1"/>
          </p:cNvPicPr>
          <p:nvPr userDrawn="1"/>
        </p:nvPicPr>
        <p:blipFill>
          <a:blip r:embed="rId4"/>
          <a:srcRect r="9625" b="-49952"/>
          <a:stretch/>
        </p:blipFill>
        <p:spPr bwMode="auto">
          <a:xfrm>
            <a:off x="0" y="1356709"/>
            <a:ext cx="11018622" cy="285659"/>
          </a:xfrm>
          <a:prstGeom prst="rect">
            <a:avLst/>
          </a:prstGeom>
        </p:spPr>
      </p:pic>
      <p:sp>
        <p:nvSpPr>
          <p:cNvPr id="11"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tx1"/>
                </a:solidFill>
                <a:latin typeface="Arial"/>
                <a:ea typeface="Inter Semi Bold"/>
                <a:cs typeface="Arial"/>
              </a:rPr>
              <a:t>‹#›</a:t>
            </a:fld>
            <a:endParaRPr lang="en-US" sz="1400" b="1" i="0">
              <a:solidFill>
                <a:schemeClr val="tx1"/>
              </a:solidFill>
              <a:latin typeface="Arial"/>
              <a:ea typeface="Inter Semi Bold"/>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Tekstas_Juoda">
    <p:bg>
      <p:bgPr>
        <a:solidFill>
          <a:schemeClr val="tx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5" y="600737"/>
            <a:ext cx="8978606" cy="509636"/>
          </a:xfrm>
          <a:prstGeom prst="rect">
            <a:avLst/>
          </a:prstGeom>
        </p:spPr>
        <p:txBody>
          <a:bodyPr/>
          <a:lstStyle>
            <a:lvl1pPr marL="0" indent="0">
              <a:buNone/>
              <a:defRPr sz="3000" b="1" i="0">
                <a:solidFill>
                  <a:srgbClr val="FFFF00"/>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Text Placeholder 20"/>
          <p:cNvSpPr>
            <a:spLocks noGrp="1"/>
          </p:cNvSpPr>
          <p:nvPr>
            <p:ph type="body" sz="quarter" idx="15" hasCustomPrompt="1"/>
          </p:nvPr>
        </p:nvSpPr>
        <p:spPr bwMode="auto">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2" hasCustomPrompt="1"/>
          </p:nvPr>
        </p:nvSpPr>
        <p:spPr bwMode="auto">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a:ea typeface="Inter Medium"/>
                <a:cs typeface="Arial"/>
              </a:defRPr>
            </a:lvl1pPr>
          </a:lstStyle>
          <a:p>
            <a:pPr lvl="0">
              <a:defRPr/>
            </a:pPr>
            <a:r>
              <a:rPr lang="lt-LT"/>
              <a:t>Antraštė 2</a:t>
            </a:r>
            <a:endParaRPr/>
          </a:p>
        </p:txBody>
      </p:sp>
      <p:pic>
        <p:nvPicPr>
          <p:cNvPr id="7" name="Picture 10"/>
          <p:cNvPicPr>
            <a:picLocks noChangeAspect="1"/>
          </p:cNvPicPr>
          <p:nvPr userDrawn="1"/>
        </p:nvPicPr>
        <p:blipFill>
          <a:blip r:embed="rId2"/>
          <a:stretch/>
        </p:blipFill>
        <p:spPr bwMode="auto">
          <a:xfrm>
            <a:off x="0" y="1351225"/>
            <a:ext cx="12192000" cy="190500"/>
          </a:xfrm>
          <a:prstGeom prst="rect">
            <a:avLst/>
          </a:prstGeom>
        </p:spPr>
      </p:pic>
      <p:pic>
        <p:nvPicPr>
          <p:cNvPr id="8" name="Picture 11"/>
          <p:cNvPicPr>
            <a:picLocks noChangeAspect="1"/>
          </p:cNvPicPr>
          <p:nvPr userDrawn="1"/>
        </p:nvPicPr>
        <p:blipFill>
          <a:blip r:embed="rId3"/>
          <a:stretch/>
        </p:blipFill>
        <p:spPr bwMode="auto">
          <a:xfrm>
            <a:off x="11163044" y="696317"/>
            <a:ext cx="590983" cy="318475"/>
          </a:xfrm>
          <a:prstGeom prst="rect">
            <a:avLst/>
          </a:prstGeom>
        </p:spPr>
      </p:pic>
      <p:sp>
        <p:nvSpPr>
          <p:cNvPr id="9"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Arial"/>
                <a:ea typeface="Inter Semi Bold"/>
                <a:cs typeface="Arial"/>
              </a:rPr>
              <a:t>‹#›</a:t>
            </a:fld>
            <a:endParaRPr lang="en-US" sz="1400" b="1" i="0">
              <a:solidFill>
                <a:schemeClr val="bg1"/>
              </a:solidFill>
              <a:latin typeface="Arial"/>
              <a:ea typeface="Inter Semi Bold"/>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Tekstas_Balta">
    <p:bg>
      <p:bgPr>
        <a:solidFill>
          <a:schemeClr val="bg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5" y="600737"/>
            <a:ext cx="8978606" cy="509636"/>
          </a:xfrm>
          <a:prstGeom prst="rect">
            <a:avLst/>
          </a:prstGeom>
        </p:spPr>
        <p:txBody>
          <a:bodyPr/>
          <a:lstStyle>
            <a:lvl1pPr marL="0" indent="0">
              <a:buNone/>
              <a:defRPr sz="30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Text Placeholder 20"/>
          <p:cNvSpPr>
            <a:spLocks noGrp="1"/>
          </p:cNvSpPr>
          <p:nvPr>
            <p:ph type="body" sz="quarter" idx="15" hasCustomPrompt="1"/>
          </p:nvPr>
        </p:nvSpPr>
        <p:spPr bwMode="auto">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2" hasCustomPrompt="1"/>
          </p:nvPr>
        </p:nvSpPr>
        <p:spPr bwMode="auto">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a:ea typeface="Inter Medium"/>
                <a:cs typeface="Arial"/>
              </a:defRPr>
            </a:lvl1pPr>
          </a:lstStyle>
          <a:p>
            <a:pPr lvl="0">
              <a:defRPr/>
            </a:pPr>
            <a:r>
              <a:rPr lang="lt-LT"/>
              <a:t>Antraštė 2</a:t>
            </a:r>
            <a:endParaRPr/>
          </a:p>
        </p:txBody>
      </p:sp>
      <p:pic>
        <p:nvPicPr>
          <p:cNvPr id="7" name="Picture 8"/>
          <p:cNvPicPr>
            <a:picLocks noChangeAspect="1"/>
          </p:cNvPicPr>
          <p:nvPr userDrawn="1"/>
        </p:nvPicPr>
        <p:blipFill>
          <a:blip r:embed="rId2"/>
          <a:stretch/>
        </p:blipFill>
        <p:spPr bwMode="auto">
          <a:xfrm>
            <a:off x="0" y="1351225"/>
            <a:ext cx="12192000" cy="190500"/>
          </a:xfrm>
          <a:prstGeom prst="rect">
            <a:avLst/>
          </a:prstGeom>
        </p:spPr>
      </p:pic>
      <p:pic>
        <p:nvPicPr>
          <p:cNvPr id="8" name="Picture 13"/>
          <p:cNvPicPr>
            <a:picLocks noChangeAspect="1"/>
          </p:cNvPicPr>
          <p:nvPr userDrawn="1"/>
        </p:nvPicPr>
        <p:blipFill>
          <a:blip r:embed="rId3"/>
          <a:stretch/>
        </p:blipFill>
        <p:spPr bwMode="auto">
          <a:xfrm>
            <a:off x="11163222" y="696316"/>
            <a:ext cx="590985" cy="318475"/>
          </a:xfrm>
          <a:prstGeom prst="rect">
            <a:avLst/>
          </a:prstGeom>
        </p:spPr>
      </p:pic>
      <p:sp>
        <p:nvSpPr>
          <p:cNvPr id="9"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tx1"/>
                </a:solidFill>
                <a:latin typeface="Arial"/>
                <a:ea typeface="Inter Semi Bold"/>
                <a:cs typeface="Arial"/>
              </a:rPr>
              <a:t>‹#›</a:t>
            </a:fld>
            <a:endParaRPr lang="en-US" sz="1400" b="1" i="0">
              <a:solidFill>
                <a:schemeClr val="tx1"/>
              </a:solidFill>
              <a:latin typeface="Arial"/>
              <a:ea typeface="Inter Semi Bold"/>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1_Tekstas_Dvi dalys">
    <p:bg>
      <p:bgPr>
        <a:solidFill>
          <a:schemeClr val="bg1"/>
        </a:solidFill>
        <a:effectLst/>
      </p:bgPr>
    </p:bg>
    <p:spTree>
      <p:nvGrpSpPr>
        <p:cNvPr id="1" name=""/>
        <p:cNvGrpSpPr/>
        <p:nvPr/>
      </p:nvGrpSpPr>
      <p:grpSpPr bwMode="auto">
        <a:xfrm>
          <a:off x="0" y="0"/>
          <a:ext cx="0" cy="0"/>
          <a:chOff x="0" y="0"/>
          <a:chExt cx="0" cy="0"/>
        </a:xfrm>
      </p:grpSpPr>
      <p:sp>
        <p:nvSpPr>
          <p:cNvPr id="4" name="Rectangle 11"/>
          <p:cNvSpPr/>
          <p:nvPr userDrawn="1"/>
        </p:nvSpPr>
        <p:spPr bwMode="auto">
          <a:xfrm>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5" name="Text Placeholder 20"/>
          <p:cNvSpPr>
            <a:spLocks noGrp="1"/>
          </p:cNvSpPr>
          <p:nvPr>
            <p:ph type="body" sz="quarter" idx="15" hasCustomPrompt="1"/>
          </p:nvPr>
        </p:nvSpPr>
        <p:spPr bwMode="auto">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4"/>
          <p:cNvSpPr>
            <a:spLocks noGrp="1"/>
          </p:cNvSpPr>
          <p:nvPr>
            <p:ph type="body" sz="quarter" idx="11" hasCustomPrompt="1"/>
          </p:nvPr>
        </p:nvSpPr>
        <p:spPr bwMode="auto">
          <a:xfrm>
            <a:off x="641645" y="600737"/>
            <a:ext cx="4921173" cy="509636"/>
          </a:xfrm>
          <a:prstGeom prst="rect">
            <a:avLst/>
          </a:prstGeom>
        </p:spPr>
        <p:txBody>
          <a:bodyPr/>
          <a:lstStyle>
            <a:lvl1pPr marL="0" indent="0">
              <a:buNone/>
              <a:defRPr sz="22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7" name="Text Placeholder 20"/>
          <p:cNvSpPr>
            <a:spLocks noGrp="1"/>
          </p:cNvSpPr>
          <p:nvPr>
            <p:ph type="body" sz="quarter" idx="16" hasCustomPrompt="1"/>
          </p:nvPr>
        </p:nvSpPr>
        <p:spPr bwMode="auto">
          <a:xfrm>
            <a:off x="6735929"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8" name="Text Placeholder 4"/>
          <p:cNvSpPr>
            <a:spLocks noGrp="1"/>
          </p:cNvSpPr>
          <p:nvPr>
            <p:ph type="body" sz="quarter" idx="18" hasCustomPrompt="1"/>
          </p:nvPr>
        </p:nvSpPr>
        <p:spPr bwMode="auto">
          <a:xfrm>
            <a:off x="6737645" y="600737"/>
            <a:ext cx="4921173" cy="509636"/>
          </a:xfrm>
          <a:prstGeom prst="rect">
            <a:avLst/>
          </a:prstGeom>
        </p:spPr>
        <p:txBody>
          <a:bodyPr/>
          <a:lstStyle>
            <a:lvl1pPr marL="0" indent="0">
              <a:buNone/>
              <a:defRPr sz="22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9"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tx1"/>
                </a:solidFill>
                <a:latin typeface="Arial"/>
                <a:ea typeface="Inter Semi Bold"/>
                <a:cs typeface="Arial"/>
              </a:rPr>
              <a:t>‹#›</a:t>
            </a:fld>
            <a:endParaRPr lang="en-US" sz="1400" b="1" i="0">
              <a:solidFill>
                <a:schemeClr val="tx1"/>
              </a:solidFill>
              <a:latin typeface="Arial"/>
              <a:ea typeface="Inter Semi Bold"/>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2_Tekstas_Dvi dalys">
    <p:bg>
      <p:bgPr>
        <a:solidFill>
          <a:schemeClr val="tx1"/>
        </a:solidFill>
        <a:effectLst/>
      </p:bgPr>
    </p:bg>
    <p:spTree>
      <p:nvGrpSpPr>
        <p:cNvPr id="1" name=""/>
        <p:cNvGrpSpPr/>
        <p:nvPr/>
      </p:nvGrpSpPr>
      <p:grpSpPr bwMode="auto">
        <a:xfrm>
          <a:off x="0" y="0"/>
          <a:ext cx="0" cy="0"/>
          <a:chOff x="0" y="0"/>
          <a:chExt cx="0" cy="0"/>
        </a:xfrm>
      </p:grpSpPr>
      <p:sp>
        <p:nvSpPr>
          <p:cNvPr id="4" name="Rectangle 11"/>
          <p:cNvSpPr/>
          <p:nvPr userDrawn="1"/>
        </p:nvSpPr>
        <p:spPr bwMode="auto">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5" name="Text Placeholder 20"/>
          <p:cNvSpPr>
            <a:spLocks noGrp="1"/>
          </p:cNvSpPr>
          <p:nvPr>
            <p:ph type="body" sz="quarter" idx="15" hasCustomPrompt="1"/>
          </p:nvPr>
        </p:nvSpPr>
        <p:spPr bwMode="auto">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4"/>
          <p:cNvSpPr>
            <a:spLocks noGrp="1"/>
          </p:cNvSpPr>
          <p:nvPr>
            <p:ph type="body" sz="quarter" idx="11" hasCustomPrompt="1"/>
          </p:nvPr>
        </p:nvSpPr>
        <p:spPr bwMode="auto">
          <a:xfrm>
            <a:off x="641645" y="600737"/>
            <a:ext cx="4921173" cy="509636"/>
          </a:xfrm>
          <a:prstGeom prst="rect">
            <a:avLst/>
          </a:prstGeom>
        </p:spPr>
        <p:txBody>
          <a:bodyPr/>
          <a:lstStyle>
            <a:lvl1pPr marL="0" indent="0">
              <a:buNone/>
              <a:defRPr sz="22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7" name="Text Placeholder 20"/>
          <p:cNvSpPr>
            <a:spLocks noGrp="1"/>
          </p:cNvSpPr>
          <p:nvPr>
            <p:ph type="body" sz="quarter" idx="16" hasCustomPrompt="1"/>
          </p:nvPr>
        </p:nvSpPr>
        <p:spPr bwMode="auto">
          <a:xfrm>
            <a:off x="6735929"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8" name="Text Placeholder 4"/>
          <p:cNvSpPr>
            <a:spLocks noGrp="1"/>
          </p:cNvSpPr>
          <p:nvPr>
            <p:ph type="body" sz="quarter" idx="18" hasCustomPrompt="1"/>
          </p:nvPr>
        </p:nvSpPr>
        <p:spPr bwMode="auto">
          <a:xfrm>
            <a:off x="6737645" y="600737"/>
            <a:ext cx="4921173" cy="509636"/>
          </a:xfrm>
          <a:prstGeom prst="rect">
            <a:avLst/>
          </a:prstGeom>
        </p:spPr>
        <p:txBody>
          <a:bodyPr/>
          <a:lstStyle>
            <a:lvl1pPr marL="0" indent="0">
              <a:buNone/>
              <a:defRPr sz="22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9"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Arial"/>
                <a:ea typeface="Inter Semi Bold"/>
                <a:cs typeface="Arial"/>
              </a:rPr>
              <a:t>‹#›</a:t>
            </a:fld>
            <a:endParaRPr lang="en-US" sz="1400" b="1" i="0">
              <a:solidFill>
                <a:schemeClr val="bg1"/>
              </a:solidFill>
              <a:latin typeface="Arial"/>
              <a:ea typeface="Inter Semi Bold"/>
              <a:cs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1_Tekstas_Keturios dalys">
    <p:bg>
      <p:bgPr>
        <a:solidFill>
          <a:schemeClr val="bg1"/>
        </a:solidFill>
        <a:effectLst/>
      </p:bgPr>
    </p:bg>
    <p:spTree>
      <p:nvGrpSpPr>
        <p:cNvPr id="1" name=""/>
        <p:cNvGrpSpPr/>
        <p:nvPr/>
      </p:nvGrpSpPr>
      <p:grpSpPr bwMode="auto">
        <a:xfrm>
          <a:off x="0" y="0"/>
          <a:ext cx="0" cy="0"/>
          <a:chOff x="0" y="0"/>
          <a:chExt cx="0" cy="0"/>
        </a:xfrm>
      </p:grpSpPr>
      <p:sp>
        <p:nvSpPr>
          <p:cNvPr id="4" name="Rectangle 8"/>
          <p:cNvSpPr/>
          <p:nvPr userDrawn="1"/>
        </p:nvSpPr>
        <p:spPr bwMode="auto">
          <a:xfrm>
            <a:off x="609600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5" name="Text Placeholder 20"/>
          <p:cNvSpPr>
            <a:spLocks noGrp="1"/>
          </p:cNvSpPr>
          <p:nvPr>
            <p:ph type="body" sz="quarter" idx="15"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Rectangle 17"/>
          <p:cNvSpPr/>
          <p:nvPr userDrawn="1"/>
        </p:nvSpPr>
        <p:spPr bwMode="auto">
          <a:xfrm>
            <a:off x="1" y="342900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8"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9" name="Text Placeholder 20"/>
          <p:cNvSpPr>
            <a:spLocks noGrp="1"/>
          </p:cNvSpPr>
          <p:nvPr>
            <p:ph type="body" sz="quarter" idx="18" hasCustomPrompt="1"/>
          </p:nvPr>
        </p:nvSpPr>
        <p:spPr bwMode="auto">
          <a:xfrm>
            <a:off x="863597"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2_Tekstas_Keturios dalys">
    <p:bg>
      <p:bgPr>
        <a:solidFill>
          <a:schemeClr val="bg1"/>
        </a:solidFill>
        <a:effectLst/>
      </p:bgPr>
    </p:bg>
    <p:spTree>
      <p:nvGrpSpPr>
        <p:cNvPr id="1" name=""/>
        <p:cNvGrpSpPr/>
        <p:nvPr/>
      </p:nvGrpSpPr>
      <p:grpSpPr bwMode="auto">
        <a:xfrm>
          <a:off x="0" y="0"/>
          <a:ext cx="0" cy="0"/>
          <a:chOff x="0" y="0"/>
          <a:chExt cx="0" cy="0"/>
        </a:xfrm>
      </p:grpSpPr>
      <p:sp>
        <p:nvSpPr>
          <p:cNvPr id="4" name="Rectangle 17"/>
          <p:cNvSpPr/>
          <p:nvPr userDrawn="1"/>
        </p:nvSpPr>
        <p:spPr bwMode="auto">
          <a:xfrm>
            <a:off x="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5" name="Rectangle 8"/>
          <p:cNvSpPr/>
          <p:nvPr userDrawn="1"/>
        </p:nvSpPr>
        <p:spPr bwMode="auto">
          <a:xfrm>
            <a:off x="6096001" y="3428997"/>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6" name="Text Placeholder 20"/>
          <p:cNvSpPr>
            <a:spLocks noGrp="1"/>
          </p:cNvSpPr>
          <p:nvPr>
            <p:ph type="body" sz="quarter" idx="15"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8"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9" name="Text Placeholder 20"/>
          <p:cNvSpPr>
            <a:spLocks noGrp="1"/>
          </p:cNvSpPr>
          <p:nvPr>
            <p:ph type="body" sz="quarter" idx="18" hasCustomPrompt="1"/>
          </p:nvPr>
        </p:nvSpPr>
        <p:spPr bwMode="auto">
          <a:xfrm>
            <a:off x="863597"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3_Tekstas_Keturios dalys">
    <p:bg>
      <p:bgPr>
        <a:solidFill>
          <a:schemeClr val="tx1"/>
        </a:solidFill>
        <a:effectLst/>
      </p:bgPr>
    </p:bg>
    <p:spTree>
      <p:nvGrpSpPr>
        <p:cNvPr id="1" name=""/>
        <p:cNvGrpSpPr/>
        <p:nvPr/>
      </p:nvGrpSpPr>
      <p:grpSpPr bwMode="auto">
        <a:xfrm>
          <a:off x="0" y="0"/>
          <a:ext cx="0" cy="0"/>
          <a:chOff x="0" y="0"/>
          <a:chExt cx="0" cy="0"/>
        </a:xfrm>
      </p:grpSpPr>
      <p:pic>
        <p:nvPicPr>
          <p:cNvPr id="4" name="Picture 11"/>
          <p:cNvPicPr>
            <a:picLocks noChangeAspect="1"/>
          </p:cNvPicPr>
          <p:nvPr userDrawn="1"/>
        </p:nvPicPr>
        <p:blipFill>
          <a:blip r:embed="rId2"/>
          <a:stretch/>
        </p:blipFill>
        <p:spPr bwMode="auto">
          <a:xfrm>
            <a:off x="0" y="0"/>
            <a:ext cx="12192000" cy="6858000"/>
          </a:xfrm>
          <a:prstGeom prst="rect">
            <a:avLst/>
          </a:prstGeom>
        </p:spPr>
      </p:pic>
      <p:sp>
        <p:nvSpPr>
          <p:cNvPr id="5" name="Text Placeholder 20"/>
          <p:cNvSpPr>
            <a:spLocks noGrp="1"/>
          </p:cNvSpPr>
          <p:nvPr>
            <p:ph type="body" sz="quarter" idx="15"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8" name="Text Placeholder 20"/>
          <p:cNvSpPr>
            <a:spLocks noGrp="1"/>
          </p:cNvSpPr>
          <p:nvPr>
            <p:ph type="body" sz="quarter" idx="18" hasCustomPrompt="1"/>
          </p:nvPr>
        </p:nvSpPr>
        <p:spPr bwMode="auto">
          <a:xfrm>
            <a:off x="863597"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4_Tekstas_Keturios dalys">
    <p:bg>
      <p:bgPr>
        <a:solidFill>
          <a:schemeClr val="bg1"/>
        </a:solidFill>
        <a:effectLst/>
      </p:bgPr>
    </p:bg>
    <p:spTree>
      <p:nvGrpSpPr>
        <p:cNvPr id="1" name=""/>
        <p:cNvGrpSpPr/>
        <p:nvPr/>
      </p:nvGrpSpPr>
      <p:grpSpPr bwMode="auto">
        <a:xfrm>
          <a:off x="0" y="0"/>
          <a:ext cx="0" cy="0"/>
          <a:chOff x="0" y="0"/>
          <a:chExt cx="0" cy="0"/>
        </a:xfrm>
      </p:grpSpPr>
      <p:pic>
        <p:nvPicPr>
          <p:cNvPr id="4" name="Picture 2"/>
          <p:cNvPicPr>
            <a:picLocks noChangeAspect="1"/>
          </p:cNvPicPr>
          <p:nvPr userDrawn="1"/>
        </p:nvPicPr>
        <p:blipFill>
          <a:blip r:embed="rId2"/>
          <a:stretch/>
        </p:blipFill>
        <p:spPr bwMode="auto">
          <a:xfrm>
            <a:off x="0" y="0"/>
            <a:ext cx="12192000" cy="6858000"/>
          </a:xfrm>
          <a:prstGeom prst="rect">
            <a:avLst/>
          </a:prstGeom>
        </p:spPr>
      </p:pic>
      <p:sp>
        <p:nvSpPr>
          <p:cNvPr id="5" name="Text Placeholder 20"/>
          <p:cNvSpPr>
            <a:spLocks noGrp="1"/>
          </p:cNvSpPr>
          <p:nvPr>
            <p:ph type="body" sz="quarter" idx="15"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8" name="Text Placeholder 20"/>
          <p:cNvSpPr>
            <a:spLocks noGrp="1"/>
          </p:cNvSpPr>
          <p:nvPr>
            <p:ph type="body" sz="quarter" idx="18" hasCustomPrompt="1"/>
          </p:nvPr>
        </p:nvSpPr>
        <p:spPr bwMode="auto">
          <a:xfrm>
            <a:off x="863597"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askutinė">
    <p:bg>
      <p:bgPr>
        <a:solidFill>
          <a:schemeClr val="tx1"/>
        </a:solidFill>
        <a:effectLst/>
      </p:bgPr>
    </p:bg>
    <p:spTree>
      <p:nvGrpSpPr>
        <p:cNvPr id="1" name=""/>
        <p:cNvGrpSpPr/>
        <p:nvPr/>
      </p:nvGrpSpPr>
      <p:grpSpPr bwMode="auto">
        <a:xfrm>
          <a:off x="0" y="0"/>
          <a:ext cx="0" cy="0"/>
          <a:chOff x="0" y="0"/>
          <a:chExt cx="0" cy="0"/>
        </a:xfrm>
      </p:grpSpPr>
      <p:pic>
        <p:nvPicPr>
          <p:cNvPr id="4" name="Picture 10"/>
          <p:cNvPicPr>
            <a:picLocks noChangeAspect="1"/>
          </p:cNvPicPr>
          <p:nvPr userDrawn="1"/>
        </p:nvPicPr>
        <p:blipFill>
          <a:blip r:embed="rId2"/>
          <a:stretch/>
        </p:blipFill>
        <p:spPr bwMode="auto">
          <a:xfrm>
            <a:off x="10909021" y="424809"/>
            <a:ext cx="862883" cy="983770"/>
          </a:xfrm>
          <a:prstGeom prst="rect">
            <a:avLst/>
          </a:prstGeom>
        </p:spPr>
      </p:pic>
      <p:sp>
        <p:nvSpPr>
          <p:cNvPr id="5" name="Text Placeholder 7"/>
          <p:cNvSpPr>
            <a:spLocks noGrp="1"/>
          </p:cNvSpPr>
          <p:nvPr>
            <p:ph type="body" sz="quarter" idx="11" hasCustomPrompt="1"/>
          </p:nvPr>
        </p:nvSpPr>
        <p:spPr bwMode="auto">
          <a:xfrm>
            <a:off x="632355" y="2909230"/>
            <a:ext cx="8854531" cy="3534526"/>
          </a:xfrm>
          <a:prstGeom prst="rect">
            <a:avLst/>
          </a:prstGeom>
        </p:spPr>
        <p:txBody>
          <a:bodyPr anchor="b"/>
          <a:lstStyle>
            <a:lvl1pPr marL="0" marR="0" indent="0" algn="l" defTabSz="914400">
              <a:lnSpc>
                <a:spcPct val="90000"/>
              </a:lnSpc>
              <a:spcBef>
                <a:spcPts val="1000"/>
              </a:spcBef>
              <a:spcAft>
                <a:spcPts val="0"/>
              </a:spcAft>
              <a:buClrTx/>
              <a:buSzTx/>
              <a:buFont typeface="Arial"/>
              <a:buNone/>
              <a:defRPr sz="10000" b="1" i="0">
                <a:solidFill>
                  <a:srgbClr val="FFFF00"/>
                </a:solidFill>
                <a:latin typeface="Arial"/>
                <a:ea typeface="Inter Semi Bold"/>
                <a:cs typeface="Arial"/>
              </a:defRPr>
            </a:lvl1pPr>
          </a:lstStyle>
          <a:p>
            <a:pPr marL="0" marR="0" lvl="0" indent="0" algn="l" defTabSz="914400">
              <a:lnSpc>
                <a:spcPct val="90000"/>
              </a:lnSpc>
              <a:spcBef>
                <a:spcPts val="1000"/>
              </a:spcBef>
              <a:spcAft>
                <a:spcPts val="0"/>
              </a:spcAft>
              <a:buClrTx/>
              <a:buSzTx/>
              <a:buFont typeface="Arial"/>
              <a:buNone/>
              <a:defRPr/>
            </a:pPr>
            <a:r>
              <a:rPr lang="en-US"/>
              <a:t>Q&amp;A</a:t>
            </a:r>
            <a:endParaRPr/>
          </a:p>
        </p:txBody>
      </p:sp>
      <p:pic>
        <p:nvPicPr>
          <p:cNvPr id="6" name="Picture 6"/>
          <p:cNvPicPr>
            <a:picLocks noChangeAspect="1"/>
          </p:cNvPicPr>
          <p:nvPr userDrawn="1"/>
        </p:nvPicPr>
        <p:blipFill>
          <a:blip r:embed="rId3"/>
          <a:stretch/>
        </p:blipFill>
        <p:spPr bwMode="auto">
          <a:xfrm>
            <a:off x="10356850" y="0"/>
            <a:ext cx="190500" cy="6858000"/>
          </a:xfrm>
          <a:prstGeom prst="rect">
            <a:avLst/>
          </a:prstGeom>
        </p:spPr>
      </p:pic>
      <p:sp>
        <p:nvSpPr>
          <p:cNvPr id="7" name="Text Placeholder 2"/>
          <p:cNvSpPr>
            <a:spLocks noGrp="1"/>
          </p:cNvSpPr>
          <p:nvPr>
            <p:ph type="body" sz="quarter" idx="12" hasCustomPrompt="1"/>
          </p:nvPr>
        </p:nvSpPr>
        <p:spPr bwMode="auto">
          <a:xfrm rot="16199999">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a:ea typeface="Inter Medium"/>
                <a:cs typeface="Arial"/>
              </a:defRPr>
            </a:lvl1pPr>
            <a:lvl2pPr marL="457200" indent="0">
              <a:buNone/>
              <a:defRPr sz="1500" b="0" i="0">
                <a:solidFill>
                  <a:schemeClr val="bg1"/>
                </a:solidFill>
                <a:latin typeface="Inter Medium"/>
                <a:ea typeface="Inter Medium"/>
                <a:cs typeface="Inter Medium"/>
              </a:defRPr>
            </a:lvl2pPr>
            <a:lvl3pPr marL="914400" indent="0">
              <a:buNone/>
              <a:defRPr sz="1500" b="0" i="0">
                <a:solidFill>
                  <a:schemeClr val="bg1"/>
                </a:solidFill>
                <a:latin typeface="Inter Medium"/>
                <a:ea typeface="Inter Medium"/>
                <a:cs typeface="Inter Medium"/>
              </a:defRPr>
            </a:lvl3pPr>
            <a:lvl4pPr marL="1371600" indent="0">
              <a:buNone/>
              <a:defRPr sz="1500" b="0" i="0">
                <a:solidFill>
                  <a:schemeClr val="bg1"/>
                </a:solidFill>
                <a:latin typeface="Inter Medium"/>
                <a:ea typeface="Inter Medium"/>
                <a:cs typeface="Inter Medium"/>
              </a:defRPr>
            </a:lvl4pPr>
            <a:lvl5pPr marL="1828800" indent="0">
              <a:buNone/>
              <a:defRPr sz="1500" b="0" i="0">
                <a:solidFill>
                  <a:schemeClr val="bg1"/>
                </a:solidFill>
                <a:latin typeface="Inter Medium"/>
                <a:ea typeface="Inter Medium"/>
                <a:cs typeface="Inter Medium"/>
              </a:defRPr>
            </a:lvl5pPr>
          </a:lstStyle>
          <a:p>
            <a:pPr lvl="0">
              <a:defRPr/>
            </a:pPr>
            <a:r>
              <a:rPr lang="en-GB"/>
              <a:t>UŽ KIEKVIENOS TECHNOLOGIJOS – ŽMOGUS</a:t>
            </a:r>
            <a:endParaRPr/>
          </a:p>
        </p:txBody>
      </p:sp>
      <p:pic>
        <p:nvPicPr>
          <p:cNvPr id="8" name="Picture 3"/>
          <p:cNvPicPr>
            <a:picLocks noChangeAspect="1"/>
          </p:cNvPicPr>
          <p:nvPr userDrawn="1"/>
        </p:nvPicPr>
        <p:blipFill>
          <a:blip r:embed="rId4"/>
          <a:srcRect t="3" r="14257" b="-238517"/>
          <a:stretch/>
        </p:blipFill>
        <p:spPr bwMode="auto">
          <a:xfrm>
            <a:off x="0" y="958421"/>
            <a:ext cx="10453816" cy="128974"/>
          </a:xfrm>
          <a:prstGeom prst="rect">
            <a:avLst/>
          </a:prstGeom>
        </p:spPr>
      </p:pic>
      <p:pic>
        <p:nvPicPr>
          <p:cNvPr id="9" name="Picture 4"/>
          <p:cNvPicPr>
            <a:picLocks noChangeAspect="1"/>
          </p:cNvPicPr>
          <p:nvPr userDrawn="1"/>
        </p:nvPicPr>
        <p:blipFill>
          <a:blip r:embed="rId5"/>
          <a:stretch/>
        </p:blipFill>
        <p:spPr bwMode="auto">
          <a:xfrm>
            <a:off x="7293495" y="858795"/>
            <a:ext cx="1104900" cy="254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Foto">
    <p:spTree>
      <p:nvGrpSpPr>
        <p:cNvPr id="1" name=""/>
        <p:cNvGrpSpPr/>
        <p:nvPr/>
      </p:nvGrpSpPr>
      <p:grpSpPr bwMode="auto">
        <a:xfrm>
          <a:off x="0" y="0"/>
          <a:ext cx="0" cy="0"/>
          <a:chOff x="0" y="0"/>
          <a:chExt cx="0" cy="0"/>
        </a:xfrm>
      </p:grpSpPr>
      <p:sp>
        <p:nvSpPr>
          <p:cNvPr id="4" name="Picture Placeholder 3"/>
          <p:cNvSpPr>
            <a:spLocks noGrp="1"/>
          </p:cNvSpPr>
          <p:nvPr>
            <p:ph type="pic" sz="quarter" idx="10"/>
          </p:nvPr>
        </p:nvSpPr>
        <p:spPr bwMode="auto">
          <a:xfrm>
            <a:off x="0" y="0"/>
            <a:ext cx="12192000" cy="6858000"/>
          </a:xfrm>
          <a:prstGeom prst="rect">
            <a:avLst/>
          </a:prstGeom>
        </p:spPr>
        <p:txBody>
          <a:body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Foto_Antraštė_Balta">
    <p:bg>
      <p:bgPr>
        <a:solidFill>
          <a:schemeClr val="bg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9908045" cy="509636"/>
          </a:xfrm>
          <a:prstGeom prst="rect">
            <a:avLst/>
          </a:prstGeom>
        </p:spPr>
        <p:txBody>
          <a:bodyPr/>
          <a:lstStyle>
            <a:lvl1pPr marL="0" indent="0">
              <a:buNone/>
              <a:defRPr sz="30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Picture Placeholder 3"/>
          <p:cNvSpPr>
            <a:spLocks noGrp="1"/>
          </p:cNvSpPr>
          <p:nvPr>
            <p:ph type="pic" sz="quarter" idx="12"/>
          </p:nvPr>
        </p:nvSpPr>
        <p:spPr bwMode="auto">
          <a:xfrm>
            <a:off x="0" y="1449388"/>
            <a:ext cx="12192000" cy="5408611"/>
          </a:xfrm>
          <a:prstGeom prst="rect">
            <a:avLst/>
          </a:prstGeom>
        </p:spPr>
        <p:txBody>
          <a:body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Foto_Antraštė_Juoda">
    <p:bg>
      <p:bgPr>
        <a:solidFill>
          <a:schemeClr val="tx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9908045" cy="509636"/>
          </a:xfrm>
          <a:prstGeom prst="rect">
            <a:avLst/>
          </a:prstGeom>
        </p:spPr>
        <p:txBody>
          <a:bodyPr/>
          <a:lstStyle>
            <a:lvl1pPr marL="0" indent="0">
              <a:buNone/>
              <a:defRPr sz="30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Picture Placeholder 3"/>
          <p:cNvSpPr>
            <a:spLocks noGrp="1"/>
          </p:cNvSpPr>
          <p:nvPr>
            <p:ph type="pic" sz="quarter" idx="12"/>
          </p:nvPr>
        </p:nvSpPr>
        <p:spPr bwMode="auto">
          <a:xfrm>
            <a:off x="0" y="1449388"/>
            <a:ext cx="12192000" cy="5408611"/>
          </a:xfrm>
          <a:prstGeom prst="rect">
            <a:avLst/>
          </a:prstGeom>
        </p:spPr>
        <p:txBody>
          <a:body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Dvi_Foto_Juoda">
    <p:bg>
      <p:bgPr>
        <a:solidFill>
          <a:schemeClr val="tx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10908714" cy="509636"/>
          </a:xfrm>
          <a:prstGeom prst="rect">
            <a:avLst/>
          </a:prstGeom>
        </p:spPr>
        <p:txBody>
          <a:bodyPr/>
          <a:lstStyle>
            <a:lvl1pPr marL="0" indent="0">
              <a:buNone/>
              <a:defRPr sz="30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Picture Placeholder 3"/>
          <p:cNvSpPr>
            <a:spLocks noGrp="1"/>
          </p:cNvSpPr>
          <p:nvPr>
            <p:ph type="pic" sz="quarter" idx="14"/>
          </p:nvPr>
        </p:nvSpPr>
        <p:spPr bwMode="auto">
          <a:xfrm>
            <a:off x="638177" y="1809749"/>
            <a:ext cx="5181596" cy="4333876"/>
          </a:xfrm>
          <a:prstGeom prst="rect">
            <a:avLst/>
          </a:prstGeom>
        </p:spPr>
        <p:txBody>
          <a:bodyPr/>
          <a:lstStyle/>
          <a:p>
            <a:pPr>
              <a:defRPr/>
            </a:pPr>
            <a:endParaRPr lang="en-US"/>
          </a:p>
        </p:txBody>
      </p:sp>
      <p:sp>
        <p:nvSpPr>
          <p:cNvPr id="6" name="Picture Placeholder 3"/>
          <p:cNvSpPr>
            <a:spLocks noGrp="1"/>
          </p:cNvSpPr>
          <p:nvPr>
            <p:ph type="pic" sz="quarter" idx="15"/>
          </p:nvPr>
        </p:nvSpPr>
        <p:spPr bwMode="auto">
          <a:xfrm>
            <a:off x="6368761" y="1809749"/>
            <a:ext cx="5181596" cy="4333876"/>
          </a:xfrm>
          <a:prstGeom prst="rect">
            <a:avLst/>
          </a:prstGeom>
        </p:spPr>
        <p:txBody>
          <a:bodyPr/>
          <a:lstStyle/>
          <a:p>
            <a:pPr>
              <a:defRPr/>
            </a:pPr>
            <a:endParaRPr lang="en-US"/>
          </a:p>
        </p:txBody>
      </p:sp>
      <p:sp>
        <p:nvSpPr>
          <p:cNvPr id="7"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Inter Semi Bold"/>
                <a:ea typeface="Inter Semi Bold"/>
                <a:cs typeface="Inter Semi Bold"/>
              </a:rPr>
              <a:t>‹#›</a:t>
            </a:fld>
            <a:endParaRPr lang="en-US" sz="1400" b="1" i="0">
              <a:solidFill>
                <a:schemeClr val="bg1"/>
              </a:solidFill>
              <a:latin typeface="Inter Semi Bold"/>
              <a:ea typeface="Inter Semi Bold"/>
              <a:cs typeface="Inter Semi Bo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Dvi_Foto_Balta">
    <p:bg>
      <p:bgPr>
        <a:solidFill>
          <a:schemeClr val="bg1"/>
        </a:solidFill>
        <a:effectLst/>
      </p:bgPr>
    </p:bg>
    <p:spTree>
      <p:nvGrpSpPr>
        <p:cNvPr id="1" name=""/>
        <p:cNvGrpSpPr/>
        <p:nvPr/>
      </p:nvGrpSpPr>
      <p:grpSpPr bwMode="auto">
        <a:xfrm>
          <a:off x="0" y="0"/>
          <a:ext cx="0" cy="0"/>
          <a:chOff x="0" y="0"/>
          <a:chExt cx="0" cy="0"/>
        </a:xfrm>
      </p:grpSpPr>
      <p:sp>
        <p:nvSpPr>
          <p:cNvPr id="4" name="Text Placeholder 4"/>
          <p:cNvSpPr>
            <a:spLocks noGrp="1"/>
          </p:cNvSpPr>
          <p:nvPr>
            <p:ph type="body" sz="quarter" idx="11" hasCustomPrompt="1"/>
          </p:nvPr>
        </p:nvSpPr>
        <p:spPr bwMode="auto">
          <a:xfrm>
            <a:off x="641644" y="600737"/>
            <a:ext cx="10908714" cy="509636"/>
          </a:xfrm>
          <a:prstGeom prst="rect">
            <a:avLst/>
          </a:prstGeom>
        </p:spPr>
        <p:txBody>
          <a:bodyPr/>
          <a:lstStyle>
            <a:lvl1pPr marL="0" indent="0">
              <a:buNone/>
              <a:defRPr sz="30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p>
        </p:txBody>
      </p:sp>
      <p:sp>
        <p:nvSpPr>
          <p:cNvPr id="5" name="Picture Placeholder 3"/>
          <p:cNvSpPr>
            <a:spLocks noGrp="1"/>
          </p:cNvSpPr>
          <p:nvPr>
            <p:ph type="pic" sz="quarter" idx="14"/>
          </p:nvPr>
        </p:nvSpPr>
        <p:spPr bwMode="auto">
          <a:xfrm>
            <a:off x="638177" y="1809749"/>
            <a:ext cx="5181596" cy="4333876"/>
          </a:xfrm>
          <a:prstGeom prst="rect">
            <a:avLst/>
          </a:prstGeom>
        </p:spPr>
        <p:txBody>
          <a:bodyPr/>
          <a:lstStyle/>
          <a:p>
            <a:pPr>
              <a:defRPr/>
            </a:pPr>
            <a:endParaRPr lang="en-US"/>
          </a:p>
        </p:txBody>
      </p:sp>
      <p:sp>
        <p:nvSpPr>
          <p:cNvPr id="6" name="Picture Placeholder 3"/>
          <p:cNvSpPr>
            <a:spLocks noGrp="1"/>
          </p:cNvSpPr>
          <p:nvPr>
            <p:ph type="pic" sz="quarter" idx="15"/>
          </p:nvPr>
        </p:nvSpPr>
        <p:spPr bwMode="auto">
          <a:xfrm>
            <a:off x="6368761" y="1809749"/>
            <a:ext cx="5181596" cy="4333876"/>
          </a:xfrm>
          <a:prstGeom prst="rect">
            <a:avLst/>
          </a:prstGeom>
        </p:spPr>
        <p:txBody>
          <a:bodyPr/>
          <a:lstStyle/>
          <a:p>
            <a:pPr>
              <a:defRPr/>
            </a:pPr>
            <a:endParaRPr lang="en-US"/>
          </a:p>
        </p:txBody>
      </p:sp>
      <p:sp>
        <p:nvSpPr>
          <p:cNvPr id="7"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tx1"/>
                </a:solidFill>
                <a:latin typeface="Inter Semi Bold"/>
                <a:ea typeface="Inter Semi Bold"/>
                <a:cs typeface="Inter Semi Bold"/>
              </a:rPr>
              <a:t>‹#›</a:t>
            </a:fld>
            <a:endParaRPr lang="en-US" sz="1400" b="1" i="0">
              <a:solidFill>
                <a:schemeClr val="tx1"/>
              </a:solidFill>
              <a:latin typeface="Inter Semi Bold"/>
              <a:ea typeface="Inter Semi Bold"/>
              <a:cs typeface="Inter Semi 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Foto_Antraštė_Tekstas_Juoda">
    <p:bg>
      <p:bgPr>
        <a:solidFill>
          <a:schemeClr val="tx1"/>
        </a:solidFill>
        <a:effectLst/>
      </p:bgPr>
    </p:bg>
    <p:spTree>
      <p:nvGrpSpPr>
        <p:cNvPr id="1" name=""/>
        <p:cNvGrpSpPr/>
        <p:nvPr/>
      </p:nvGrpSpPr>
      <p:grpSpPr bwMode="auto">
        <a:xfrm>
          <a:off x="0" y="0"/>
          <a:ext cx="0" cy="0"/>
          <a:chOff x="0" y="0"/>
          <a:chExt cx="0" cy="0"/>
        </a:xfrm>
      </p:grpSpPr>
      <p:sp>
        <p:nvSpPr>
          <p:cNvPr id="4" name="Text Placeholder 20"/>
          <p:cNvSpPr>
            <a:spLocks noGrp="1"/>
          </p:cNvSpPr>
          <p:nvPr>
            <p:ph type="body" sz="quarter" idx="16" hasCustomPrompt="1"/>
          </p:nvPr>
        </p:nvSpPr>
        <p:spPr bwMode="auto">
          <a:xfrm>
            <a:off x="6735929"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5" name="Text Placeholder 4"/>
          <p:cNvSpPr>
            <a:spLocks noGrp="1"/>
          </p:cNvSpPr>
          <p:nvPr>
            <p:ph type="body" sz="quarter" idx="18" hasCustomPrompt="1"/>
          </p:nvPr>
        </p:nvSpPr>
        <p:spPr bwMode="auto">
          <a:xfrm>
            <a:off x="6737645" y="600737"/>
            <a:ext cx="4921173" cy="509636"/>
          </a:xfrm>
          <a:prstGeom prst="rect">
            <a:avLst/>
          </a:prstGeom>
        </p:spPr>
        <p:txBody>
          <a:bodyPr/>
          <a:lstStyle>
            <a:lvl1pPr marL="0" indent="0">
              <a:buNone/>
              <a:defRPr sz="22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6" name="Picture Placeholder 4"/>
          <p:cNvSpPr>
            <a:spLocks noGrp="1"/>
          </p:cNvSpPr>
          <p:nvPr>
            <p:ph type="pic" sz="quarter" idx="19"/>
          </p:nvPr>
        </p:nvSpPr>
        <p:spPr bwMode="auto">
          <a:xfrm>
            <a:off x="1" y="1"/>
            <a:ext cx="6096000" cy="6858000"/>
          </a:xfrm>
          <a:prstGeom prst="rect">
            <a:avLst/>
          </a:prstGeom>
        </p:spPr>
        <p:txBody>
          <a:bodyPr/>
          <a:lstStyle/>
          <a:p>
            <a:pPr>
              <a:defRPr/>
            </a:pPr>
            <a:endParaRPr/>
          </a:p>
        </p:txBody>
      </p:sp>
      <p:sp>
        <p:nvSpPr>
          <p:cNvPr id="7"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bg1"/>
                </a:solidFill>
                <a:latin typeface="Arial"/>
                <a:ea typeface="Inter Semi Bold"/>
                <a:cs typeface="Arial"/>
              </a:rPr>
              <a:t>‹#›</a:t>
            </a:fld>
            <a:endParaRPr lang="en-US" sz="1400" b="1" i="0">
              <a:solidFill>
                <a:schemeClr val="bg1"/>
              </a:solidFill>
              <a:latin typeface="Arial"/>
              <a:ea typeface="Inter Semi Bold"/>
              <a:cs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Foto_Antraštė_Tekstas_Balta">
    <p:bg>
      <p:bgPr>
        <a:solidFill>
          <a:schemeClr val="bg1"/>
        </a:solidFill>
        <a:effectLst/>
      </p:bgPr>
    </p:bg>
    <p:spTree>
      <p:nvGrpSpPr>
        <p:cNvPr id="1" name=""/>
        <p:cNvGrpSpPr/>
        <p:nvPr/>
      </p:nvGrpSpPr>
      <p:grpSpPr bwMode="auto">
        <a:xfrm>
          <a:off x="0" y="0"/>
          <a:ext cx="0" cy="0"/>
          <a:chOff x="0" y="0"/>
          <a:chExt cx="0" cy="0"/>
        </a:xfrm>
      </p:grpSpPr>
      <p:sp>
        <p:nvSpPr>
          <p:cNvPr id="4" name="Text Placeholder 20"/>
          <p:cNvSpPr>
            <a:spLocks noGrp="1"/>
          </p:cNvSpPr>
          <p:nvPr>
            <p:ph type="body" sz="quarter" idx="16" hasCustomPrompt="1"/>
          </p:nvPr>
        </p:nvSpPr>
        <p:spPr bwMode="auto">
          <a:xfrm>
            <a:off x="6735929"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5" name="Text Placeholder 4"/>
          <p:cNvSpPr>
            <a:spLocks noGrp="1"/>
          </p:cNvSpPr>
          <p:nvPr>
            <p:ph type="body" sz="quarter" idx="18" hasCustomPrompt="1"/>
          </p:nvPr>
        </p:nvSpPr>
        <p:spPr bwMode="auto">
          <a:xfrm>
            <a:off x="6737645" y="600737"/>
            <a:ext cx="4921173" cy="509636"/>
          </a:xfrm>
          <a:prstGeom prst="rect">
            <a:avLst/>
          </a:prstGeom>
        </p:spPr>
        <p:txBody>
          <a:bodyPr/>
          <a:lstStyle>
            <a:lvl1pPr marL="0" indent="0">
              <a:buNone/>
              <a:defRPr sz="22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
        <p:nvSpPr>
          <p:cNvPr id="6" name="Picture Placeholder 4"/>
          <p:cNvSpPr>
            <a:spLocks noGrp="1"/>
          </p:cNvSpPr>
          <p:nvPr>
            <p:ph type="pic" sz="quarter" idx="19"/>
          </p:nvPr>
        </p:nvSpPr>
        <p:spPr bwMode="auto">
          <a:xfrm>
            <a:off x="1" y="1"/>
            <a:ext cx="6096000" cy="6858000"/>
          </a:xfrm>
          <a:prstGeom prst="rect">
            <a:avLst/>
          </a:prstGeom>
        </p:spPr>
        <p:txBody>
          <a:bodyPr/>
          <a:lstStyle/>
          <a:p>
            <a:pPr>
              <a:defRPr/>
            </a:pPr>
            <a:endParaRPr/>
          </a:p>
        </p:txBody>
      </p:sp>
      <p:sp>
        <p:nvSpPr>
          <p:cNvPr id="7" name="Slide Number Placeholder 3"/>
          <p:cNvSpPr>
            <a:spLocks noAdjustHandles="1"/>
          </p:cNvSpPr>
          <p:nvPr userDrawn="1"/>
        </p:nvSpPr>
        <p:spPr bwMode="auto">
          <a:xfrm>
            <a:off x="11163044" y="6286367"/>
            <a:ext cx="922601" cy="365125"/>
          </a:xfrm>
          <a:prstGeom prst="rect">
            <a:avLst/>
          </a:prstGeom>
        </p:spPr>
        <p:txBody>
          <a:bodyPr anchor="b"/>
          <a:lstStyle>
            <a:defPPr>
              <a:defRPr lang="en-US"/>
            </a:defPPr>
            <a:lvl1pPr marL="0" algn="r" defTabSz="914400">
              <a:defRPr sz="1500" b="1" i="0">
                <a:solidFill>
                  <a:schemeClr val="bg1"/>
                </a:solidFill>
                <a:latin typeface="Arial"/>
                <a:ea typeface="+mn-ea"/>
                <a:cs typeface="Arial"/>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lgn="ctr">
              <a:defRPr/>
            </a:pPr>
            <a:fld id="{D6F01323-A656-431B-B19E-EE6A8E2AF848}" type="slidenum">
              <a:rPr lang="en-US" sz="1400" b="1" i="0">
                <a:solidFill>
                  <a:schemeClr val="tx1"/>
                </a:solidFill>
                <a:latin typeface="Arial"/>
                <a:ea typeface="Inter Semi Bold"/>
                <a:cs typeface="Arial"/>
              </a:rPr>
              <a:t>‹#›</a:t>
            </a:fld>
            <a:endParaRPr lang="en-US" sz="1400" b="1" i="0">
              <a:solidFill>
                <a:schemeClr val="tx1"/>
              </a:solidFill>
              <a:latin typeface="Arial"/>
              <a:ea typeface="Inter Semi Bold"/>
              <a:cs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Antraštė_Tekstas_Foto_Juoda">
    <p:bg>
      <p:bgPr>
        <a:solidFill>
          <a:schemeClr val="tx1"/>
        </a:solidFill>
        <a:effectLst/>
      </p:bgPr>
    </p:bg>
    <p:spTree>
      <p:nvGrpSpPr>
        <p:cNvPr id="1" name=""/>
        <p:cNvGrpSpPr/>
        <p:nvPr/>
      </p:nvGrpSpPr>
      <p:grpSpPr bwMode="auto">
        <a:xfrm>
          <a:off x="0" y="0"/>
          <a:ext cx="0" cy="0"/>
          <a:chOff x="0" y="0"/>
          <a:chExt cx="0" cy="0"/>
        </a:xfrm>
      </p:grpSpPr>
      <p:sp>
        <p:nvSpPr>
          <p:cNvPr id="4" name="Picture Placeholder 4"/>
          <p:cNvSpPr>
            <a:spLocks noGrp="1"/>
          </p:cNvSpPr>
          <p:nvPr>
            <p:ph type="pic" sz="quarter" idx="19"/>
          </p:nvPr>
        </p:nvSpPr>
        <p:spPr bwMode="auto">
          <a:xfrm>
            <a:off x="6096000" y="1"/>
            <a:ext cx="6096000" cy="6858000"/>
          </a:xfrm>
          <a:prstGeom prst="rect">
            <a:avLst/>
          </a:prstGeom>
        </p:spPr>
        <p:txBody>
          <a:bodyPr/>
          <a:lstStyle/>
          <a:p>
            <a:pPr>
              <a:defRPr/>
            </a:pPr>
            <a:endParaRPr/>
          </a:p>
        </p:txBody>
      </p:sp>
      <p:sp>
        <p:nvSpPr>
          <p:cNvPr id="5" name="Text Placeholder 20"/>
          <p:cNvSpPr>
            <a:spLocks noGrp="1"/>
          </p:cNvSpPr>
          <p:nvPr>
            <p:ph type="body" sz="quarter" idx="15" hasCustomPrompt="1"/>
          </p:nvPr>
        </p:nvSpPr>
        <p:spPr bwMode="auto">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4"/>
          <p:cNvSpPr>
            <a:spLocks noGrp="1"/>
          </p:cNvSpPr>
          <p:nvPr>
            <p:ph type="body" sz="quarter" idx="11" hasCustomPrompt="1"/>
          </p:nvPr>
        </p:nvSpPr>
        <p:spPr bwMode="auto">
          <a:xfrm>
            <a:off x="641645" y="600737"/>
            <a:ext cx="4921173" cy="509636"/>
          </a:xfrm>
          <a:prstGeom prst="rect">
            <a:avLst/>
          </a:prstGeom>
        </p:spPr>
        <p:txBody>
          <a:bodyPr/>
          <a:lstStyle>
            <a:lvl1pPr marL="0" indent="0">
              <a:buNone/>
              <a:defRPr sz="2200" b="1" i="0">
                <a:solidFill>
                  <a:schemeClr val="bg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Antraštė_Tekstas_Foto_Balta">
    <p:bg>
      <p:bgPr>
        <a:solidFill>
          <a:schemeClr val="bg1"/>
        </a:solidFill>
        <a:effectLst/>
      </p:bgPr>
    </p:bg>
    <p:spTree>
      <p:nvGrpSpPr>
        <p:cNvPr id="1" name=""/>
        <p:cNvGrpSpPr/>
        <p:nvPr/>
      </p:nvGrpSpPr>
      <p:grpSpPr bwMode="auto">
        <a:xfrm>
          <a:off x="0" y="0"/>
          <a:ext cx="0" cy="0"/>
          <a:chOff x="0" y="0"/>
          <a:chExt cx="0" cy="0"/>
        </a:xfrm>
      </p:grpSpPr>
      <p:sp>
        <p:nvSpPr>
          <p:cNvPr id="4" name="Picture Placeholder 4"/>
          <p:cNvSpPr>
            <a:spLocks noGrp="1"/>
          </p:cNvSpPr>
          <p:nvPr>
            <p:ph type="pic" sz="quarter" idx="19"/>
          </p:nvPr>
        </p:nvSpPr>
        <p:spPr bwMode="auto">
          <a:xfrm>
            <a:off x="6096000" y="1"/>
            <a:ext cx="6096000" cy="6858000"/>
          </a:xfrm>
          <a:prstGeom prst="rect">
            <a:avLst/>
          </a:prstGeom>
        </p:spPr>
        <p:txBody>
          <a:bodyPr/>
          <a:lstStyle/>
          <a:p>
            <a:pPr>
              <a:defRPr/>
            </a:pPr>
            <a:endParaRPr/>
          </a:p>
        </p:txBody>
      </p:sp>
      <p:sp>
        <p:nvSpPr>
          <p:cNvPr id="5" name="Text Placeholder 20"/>
          <p:cNvSpPr>
            <a:spLocks noGrp="1"/>
          </p:cNvSpPr>
          <p:nvPr>
            <p:ph type="body" sz="quarter" idx="15" hasCustomPrompt="1"/>
          </p:nvPr>
        </p:nvSpPr>
        <p:spPr bwMode="auto">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4"/>
          <p:cNvSpPr>
            <a:spLocks noGrp="1"/>
          </p:cNvSpPr>
          <p:nvPr>
            <p:ph type="body" sz="quarter" idx="11" hasCustomPrompt="1"/>
          </p:nvPr>
        </p:nvSpPr>
        <p:spPr bwMode="auto">
          <a:xfrm>
            <a:off x="641645" y="600737"/>
            <a:ext cx="4921173" cy="509636"/>
          </a:xfrm>
          <a:prstGeom prst="rect">
            <a:avLst/>
          </a:prstGeom>
        </p:spPr>
        <p:txBody>
          <a:bodyPr/>
          <a:lstStyle>
            <a:lvl1pPr marL="0" indent="0">
              <a:buNone/>
              <a:defRPr sz="2200" b="1" i="0">
                <a:solidFill>
                  <a:schemeClr val="tx1"/>
                </a:solidFill>
                <a:latin typeface="Arial"/>
                <a:ea typeface="Inter Semi Bold"/>
                <a:cs typeface="Aria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ANTRAŠTĖ</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1_Foto_Antraštė_Keturios dalys">
    <p:bg>
      <p:bgPr>
        <a:solidFill>
          <a:schemeClr val="bg1"/>
        </a:solidFill>
        <a:effectLst/>
      </p:bgPr>
    </p:bg>
    <p:spTree>
      <p:nvGrpSpPr>
        <p:cNvPr id="1" name=""/>
        <p:cNvGrpSpPr/>
        <p:nvPr/>
      </p:nvGrpSpPr>
      <p:grpSpPr bwMode="auto">
        <a:xfrm>
          <a:off x="0" y="0"/>
          <a:ext cx="0" cy="0"/>
          <a:chOff x="0" y="0"/>
          <a:chExt cx="0" cy="0"/>
        </a:xfrm>
      </p:grpSpPr>
      <p:sp>
        <p:nvSpPr>
          <p:cNvPr id="4"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5"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Picture Placeholder 4"/>
          <p:cNvSpPr>
            <a:spLocks noGrp="1"/>
          </p:cNvSpPr>
          <p:nvPr>
            <p:ph type="pic" sz="quarter" idx="19"/>
          </p:nvPr>
        </p:nvSpPr>
        <p:spPr bwMode="auto">
          <a:xfrm>
            <a:off x="0" y="3429001"/>
            <a:ext cx="6096000" cy="3428997"/>
          </a:xfrm>
          <a:prstGeom prst="rect">
            <a:avLst/>
          </a:prstGeom>
        </p:spPr>
        <p:txBody>
          <a:bodyPr/>
          <a:lstStyle/>
          <a:p>
            <a:pPr>
              <a:defRPr/>
            </a:pPr>
            <a:endParaRPr/>
          </a:p>
        </p:txBody>
      </p:sp>
      <p:sp>
        <p:nvSpPr>
          <p:cNvPr id="7" name="Picture Placeholder 4"/>
          <p:cNvSpPr>
            <a:spLocks noGrp="1"/>
          </p:cNvSpPr>
          <p:nvPr>
            <p:ph type="pic" sz="quarter" idx="20"/>
          </p:nvPr>
        </p:nvSpPr>
        <p:spPr bwMode="auto">
          <a:xfrm>
            <a:off x="6096000" y="1"/>
            <a:ext cx="6096000" cy="3428997"/>
          </a:xfrm>
          <a:prstGeom prst="rect">
            <a:avLst/>
          </a:prstGeom>
        </p:spPr>
        <p:txBody>
          <a:bodyPr/>
          <a:lstStyle/>
          <a:p>
            <a:pPr>
              <a:defRPr/>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2_Foto_Antraštė_Keturios dalys">
    <p:bg>
      <p:bgPr>
        <a:solidFill>
          <a:schemeClr val="tx1"/>
        </a:solidFill>
        <a:effectLst/>
      </p:bgPr>
    </p:bg>
    <p:spTree>
      <p:nvGrpSpPr>
        <p:cNvPr id="1" name=""/>
        <p:cNvGrpSpPr/>
        <p:nvPr/>
      </p:nvGrpSpPr>
      <p:grpSpPr bwMode="auto">
        <a:xfrm>
          <a:off x="0" y="0"/>
          <a:ext cx="0" cy="0"/>
          <a:chOff x="0" y="0"/>
          <a:chExt cx="0" cy="0"/>
        </a:xfrm>
      </p:grpSpPr>
      <p:sp>
        <p:nvSpPr>
          <p:cNvPr id="4" name="Text Placeholder 20"/>
          <p:cNvSpPr>
            <a:spLocks noGrp="1"/>
          </p:cNvSpPr>
          <p:nvPr>
            <p:ph type="body" sz="quarter" idx="16" hasCustomPrompt="1"/>
          </p:nvPr>
        </p:nvSpPr>
        <p:spPr bwMode="auto">
          <a:xfrm>
            <a:off x="863597"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5" name="Text Placeholder 20"/>
          <p:cNvSpPr>
            <a:spLocks noGrp="1"/>
          </p:cNvSpPr>
          <p:nvPr>
            <p:ph type="body" sz="quarter" idx="17" hasCustomPrompt="1"/>
          </p:nvPr>
        </p:nvSpPr>
        <p:spPr bwMode="auto">
          <a:xfrm>
            <a:off x="6959600" y="342900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Picture Placeholder 4"/>
          <p:cNvSpPr>
            <a:spLocks noGrp="1"/>
          </p:cNvSpPr>
          <p:nvPr>
            <p:ph type="pic" sz="quarter" idx="19"/>
          </p:nvPr>
        </p:nvSpPr>
        <p:spPr bwMode="auto">
          <a:xfrm>
            <a:off x="0" y="3429001"/>
            <a:ext cx="6096000" cy="3428997"/>
          </a:xfrm>
          <a:prstGeom prst="rect">
            <a:avLst/>
          </a:prstGeom>
        </p:spPr>
        <p:txBody>
          <a:bodyPr/>
          <a:lstStyle/>
          <a:p>
            <a:pPr>
              <a:defRPr/>
            </a:pPr>
            <a:endParaRPr/>
          </a:p>
        </p:txBody>
      </p:sp>
      <p:sp>
        <p:nvSpPr>
          <p:cNvPr id="7" name="Picture Placeholder 4"/>
          <p:cNvSpPr>
            <a:spLocks noGrp="1"/>
          </p:cNvSpPr>
          <p:nvPr>
            <p:ph type="pic" sz="quarter" idx="20"/>
          </p:nvPr>
        </p:nvSpPr>
        <p:spPr bwMode="auto">
          <a:xfrm>
            <a:off x="6096000" y="1"/>
            <a:ext cx="6096000" cy="3428997"/>
          </a:xfrm>
          <a:prstGeom prst="rect">
            <a:avLst/>
          </a:prstGeom>
        </p:spPr>
        <p:txBody>
          <a:bodyPr/>
          <a:lstStyle/>
          <a:p>
            <a:pPr>
              <a:defRPr/>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Foto_Antraštė_Keturios dalys">
    <p:bg>
      <p:bgPr>
        <a:solidFill>
          <a:schemeClr val="bg1"/>
        </a:solidFill>
        <a:effectLst/>
      </p:bgPr>
    </p:bg>
    <p:spTree>
      <p:nvGrpSpPr>
        <p:cNvPr id="1" name=""/>
        <p:cNvGrpSpPr/>
        <p:nvPr/>
      </p:nvGrpSpPr>
      <p:grpSpPr bwMode="auto">
        <a:xfrm>
          <a:off x="0" y="0"/>
          <a:ext cx="0" cy="0"/>
          <a:chOff x="0" y="0"/>
          <a:chExt cx="0" cy="0"/>
        </a:xfrm>
      </p:grpSpPr>
      <p:sp>
        <p:nvSpPr>
          <p:cNvPr id="4" name="Picture Placeholder 4"/>
          <p:cNvSpPr>
            <a:spLocks noGrp="1"/>
          </p:cNvSpPr>
          <p:nvPr>
            <p:ph type="pic" sz="quarter" idx="19"/>
          </p:nvPr>
        </p:nvSpPr>
        <p:spPr bwMode="auto">
          <a:xfrm>
            <a:off x="0" y="1"/>
            <a:ext cx="6096000" cy="3428997"/>
          </a:xfrm>
          <a:prstGeom prst="rect">
            <a:avLst/>
          </a:prstGeom>
        </p:spPr>
        <p:txBody>
          <a:bodyPr/>
          <a:lstStyle/>
          <a:p>
            <a:pPr>
              <a:defRPr/>
            </a:pPr>
            <a:endParaRPr/>
          </a:p>
        </p:txBody>
      </p:sp>
      <p:sp>
        <p:nvSpPr>
          <p:cNvPr id="5" name="Text Placeholder 20"/>
          <p:cNvSpPr>
            <a:spLocks noGrp="1"/>
          </p:cNvSpPr>
          <p:nvPr>
            <p:ph type="body" sz="quarter" idx="16" hasCustomPrompt="1"/>
          </p:nvPr>
        </p:nvSpPr>
        <p:spPr bwMode="auto">
          <a:xfrm>
            <a:off x="863597" y="3428997"/>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7"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Picture Placeholder 4"/>
          <p:cNvSpPr>
            <a:spLocks noGrp="1"/>
          </p:cNvSpPr>
          <p:nvPr>
            <p:ph type="pic" sz="quarter" idx="20"/>
          </p:nvPr>
        </p:nvSpPr>
        <p:spPr bwMode="auto">
          <a:xfrm>
            <a:off x="6096000" y="3429003"/>
            <a:ext cx="6096000" cy="3428997"/>
          </a:xfrm>
          <a:prstGeom prst="rect">
            <a:avLst/>
          </a:prstGeom>
        </p:spPr>
        <p:txBody>
          <a:bodyPr/>
          <a:lstStyle/>
          <a:p>
            <a:pPr>
              <a:defRPr/>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4_Foto_Antraštė_Keturios dalys">
    <p:bg>
      <p:bgPr>
        <a:solidFill>
          <a:schemeClr val="tx1"/>
        </a:solidFill>
        <a:effectLst/>
      </p:bgPr>
    </p:bg>
    <p:spTree>
      <p:nvGrpSpPr>
        <p:cNvPr id="1" name=""/>
        <p:cNvGrpSpPr/>
        <p:nvPr/>
      </p:nvGrpSpPr>
      <p:grpSpPr bwMode="auto">
        <a:xfrm>
          <a:off x="0" y="0"/>
          <a:ext cx="0" cy="0"/>
          <a:chOff x="0" y="0"/>
          <a:chExt cx="0" cy="0"/>
        </a:xfrm>
      </p:grpSpPr>
      <p:sp>
        <p:nvSpPr>
          <p:cNvPr id="4" name="Picture Placeholder 4"/>
          <p:cNvSpPr>
            <a:spLocks noGrp="1"/>
          </p:cNvSpPr>
          <p:nvPr>
            <p:ph type="pic" sz="quarter" idx="19"/>
          </p:nvPr>
        </p:nvSpPr>
        <p:spPr bwMode="auto">
          <a:xfrm>
            <a:off x="0" y="1"/>
            <a:ext cx="6096000" cy="3428997"/>
          </a:xfrm>
          <a:prstGeom prst="rect">
            <a:avLst/>
          </a:prstGeom>
        </p:spPr>
        <p:txBody>
          <a:bodyPr/>
          <a:lstStyle/>
          <a:p>
            <a:pPr>
              <a:defRPr/>
            </a:pPr>
            <a:endParaRPr/>
          </a:p>
        </p:txBody>
      </p:sp>
      <p:sp>
        <p:nvSpPr>
          <p:cNvPr id="5" name="Text Placeholder 20"/>
          <p:cNvSpPr>
            <a:spLocks noGrp="1"/>
          </p:cNvSpPr>
          <p:nvPr>
            <p:ph type="body" sz="quarter" idx="16" hasCustomPrompt="1"/>
          </p:nvPr>
        </p:nvSpPr>
        <p:spPr bwMode="auto">
          <a:xfrm>
            <a:off x="863597" y="3428997"/>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6" name="Text Placeholder 20"/>
          <p:cNvSpPr>
            <a:spLocks noGrp="1"/>
          </p:cNvSpPr>
          <p:nvPr>
            <p:ph type="body" sz="quarter" idx="17" hasCustomPrompt="1"/>
          </p:nvPr>
        </p:nvSpPr>
        <p:spPr bwMode="auto">
          <a:xfrm>
            <a:off x="6959600" y="0"/>
            <a:ext cx="4534568" cy="3428997"/>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a:ea typeface="Inter"/>
                <a:cs typeface="Arial"/>
              </a:defRPr>
            </a:lvl1pPr>
          </a:lstStyle>
          <a:p>
            <a:pPr lvl="0">
              <a:defRPr/>
            </a:pPr>
            <a:r>
              <a:rPr lang="lt-LT"/>
              <a:t>Tekstas</a:t>
            </a:r>
            <a:endParaRPr/>
          </a:p>
          <a:p>
            <a:pPr lvl="0">
              <a:defRPr/>
            </a:pPr>
            <a:r>
              <a:rPr lang="lt-LT"/>
              <a:t>antra eilutė</a:t>
            </a:r>
            <a:endParaRPr/>
          </a:p>
        </p:txBody>
      </p:sp>
      <p:sp>
        <p:nvSpPr>
          <p:cNvPr id="7" name="Picture Placeholder 4"/>
          <p:cNvSpPr>
            <a:spLocks noGrp="1"/>
          </p:cNvSpPr>
          <p:nvPr>
            <p:ph type="pic" sz="quarter" idx="20"/>
          </p:nvPr>
        </p:nvSpPr>
        <p:spPr bwMode="auto">
          <a:xfrm>
            <a:off x="6096000" y="3429003"/>
            <a:ext cx="6096000" cy="3428997"/>
          </a:xfrm>
          <a:prstGeom prst="rect">
            <a:avLst/>
          </a:prstGeom>
        </p:spPr>
        <p:txBody>
          <a:bodyPr/>
          <a:lstStyle/>
          <a:p>
            <a:pPr>
              <a:defRPr/>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ulinė">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sp>
        <p:nvSpPr>
          <p:cNvPr id="14" name="Text Placeholder 4">
            <a:extLst>
              <a:ext uri="{FF2B5EF4-FFF2-40B4-BE49-F238E27FC236}">
                <a16:creationId xmlns:a16="http://schemas.microsoft.com/office/drawing/2014/main" id="{462B305F-E454-6A49-BE5A-20AC4E248E21}"/>
              </a:ext>
            </a:extLst>
          </p:cNvPr>
          <p:cNvSpPr>
            <a:spLocks noGrp="1"/>
          </p:cNvSpPr>
          <p:nvPr>
            <p:ph type="body" sz="quarter" idx="10" hasCustomPrompt="1"/>
          </p:nvPr>
        </p:nvSpPr>
        <p:spPr>
          <a:xfrm>
            <a:off x="632355" y="5837238"/>
            <a:ext cx="8854531" cy="400050"/>
          </a:xfrm>
          <a:prstGeom prst="rect">
            <a:avLst/>
          </a:prstGeom>
        </p:spPr>
        <p:txBody>
          <a:bodyPr anchor="b"/>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Subantraštė</a:t>
            </a:r>
            <a:endParaRPr lang="en-US" dirty="0"/>
          </a:p>
        </p:txBody>
      </p:sp>
      <p:sp>
        <p:nvSpPr>
          <p:cNvPr id="15" name="Text Placeholder 7">
            <a:extLst>
              <a:ext uri="{FF2B5EF4-FFF2-40B4-BE49-F238E27FC236}">
                <a16:creationId xmlns:a16="http://schemas.microsoft.com/office/drawing/2014/main" id="{AD15DE3A-FC37-F54E-907A-A159B33E946B}"/>
              </a:ext>
            </a:extLst>
          </p:cNvPr>
          <p:cNvSpPr>
            <a:spLocks noGrp="1"/>
          </p:cNvSpPr>
          <p:nvPr>
            <p:ph type="body" sz="quarter" idx="11" hasCustomPrompt="1"/>
          </p:nvPr>
        </p:nvSpPr>
        <p:spPr>
          <a:xfrm>
            <a:off x="632355" y="1952625"/>
            <a:ext cx="8854531" cy="3534526"/>
          </a:xfrm>
          <a:prstGeom prst="rect">
            <a:avLst/>
          </a:prstGeom>
        </p:spPr>
        <p:txBody>
          <a:bodyPr anchor="b"/>
          <a:lstStyle>
            <a:lvl1pPr marL="0" indent="0">
              <a:buNone/>
              <a:defRPr sz="5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Antraštė</a:t>
            </a:r>
            <a:endParaRPr lang="en-US" dirty="0"/>
          </a:p>
        </p:txBody>
      </p:sp>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sp>
        <p:nvSpPr>
          <p:cNvPr id="3" name="Text Placeholder 2">
            <a:extLst>
              <a:ext uri="{FF2B5EF4-FFF2-40B4-BE49-F238E27FC236}">
                <a16:creationId xmlns:a16="http://schemas.microsoft.com/office/drawing/2014/main" id="{B1C7BC27-E701-EC4E-A29B-BA55A67673FA}"/>
              </a:ext>
            </a:extLst>
          </p:cNvPr>
          <p:cNvSpPr>
            <a:spLocks noGrp="1"/>
          </p:cNvSpPr>
          <p:nvPr>
            <p:ph type="body" sz="quarter" idx="12"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pic>
        <p:nvPicPr>
          <p:cNvPr id="4" name="Picture 3">
            <a:extLst>
              <a:ext uri="{FF2B5EF4-FFF2-40B4-BE49-F238E27FC236}">
                <a16:creationId xmlns:a16="http://schemas.microsoft.com/office/drawing/2014/main" id="{5B3236F9-E2AE-0F43-8E57-369CAB5520BE}"/>
              </a:ext>
            </a:extLst>
          </p:cNvPr>
          <p:cNvPicPr>
            <a:picLocks noChangeAspect="1"/>
          </p:cNvPicPr>
          <p:nvPr userDrawn="1"/>
        </p:nvPicPr>
        <p:blipFill rotWithShape="1">
          <a:blip r:embed="rId4"/>
          <a:srcRect t="3" r="14257" b="-238517"/>
          <a:stretch/>
        </p:blipFill>
        <p:spPr>
          <a:xfrm>
            <a:off x="0" y="958421"/>
            <a:ext cx="10453816" cy="128974"/>
          </a:xfrm>
          <a:prstGeom prst="rect">
            <a:avLst/>
          </a:prstGeom>
        </p:spPr>
      </p:pic>
      <p:pic>
        <p:nvPicPr>
          <p:cNvPr id="5" name="Picture 4">
            <a:extLst>
              <a:ext uri="{FF2B5EF4-FFF2-40B4-BE49-F238E27FC236}">
                <a16:creationId xmlns:a16="http://schemas.microsoft.com/office/drawing/2014/main" id="{5280B7D9-02D2-AC4C-8368-6F07A5A2E8F5}"/>
              </a:ext>
            </a:extLst>
          </p:cNvPr>
          <p:cNvPicPr>
            <a:picLocks noChangeAspect="1"/>
          </p:cNvPicPr>
          <p:nvPr userDrawn="1"/>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824957959"/>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ulinė">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sp>
        <p:nvSpPr>
          <p:cNvPr id="14" name="Text Placeholder 4">
            <a:extLst>
              <a:ext uri="{FF2B5EF4-FFF2-40B4-BE49-F238E27FC236}">
                <a16:creationId xmlns:a16="http://schemas.microsoft.com/office/drawing/2014/main" id="{462B305F-E454-6A49-BE5A-20AC4E248E21}"/>
              </a:ext>
            </a:extLst>
          </p:cNvPr>
          <p:cNvSpPr>
            <a:spLocks noGrp="1"/>
          </p:cNvSpPr>
          <p:nvPr>
            <p:ph type="body" sz="quarter" idx="10" hasCustomPrompt="1"/>
          </p:nvPr>
        </p:nvSpPr>
        <p:spPr>
          <a:xfrm>
            <a:off x="632355" y="5837238"/>
            <a:ext cx="8854531" cy="400050"/>
          </a:xfrm>
          <a:prstGeom prst="rect">
            <a:avLst/>
          </a:prstGeom>
        </p:spPr>
        <p:txBody>
          <a:bodyPr anchor="b"/>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err="1"/>
              <a:t>Subantraštė</a:t>
            </a:r>
            <a:endParaRPr lang="en-US"/>
          </a:p>
        </p:txBody>
      </p:sp>
      <p:sp>
        <p:nvSpPr>
          <p:cNvPr id="15" name="Text Placeholder 7">
            <a:extLst>
              <a:ext uri="{FF2B5EF4-FFF2-40B4-BE49-F238E27FC236}">
                <a16:creationId xmlns:a16="http://schemas.microsoft.com/office/drawing/2014/main" id="{AD15DE3A-FC37-F54E-907A-A159B33E946B}"/>
              </a:ext>
            </a:extLst>
          </p:cNvPr>
          <p:cNvSpPr>
            <a:spLocks noGrp="1"/>
          </p:cNvSpPr>
          <p:nvPr>
            <p:ph type="body" sz="quarter" idx="11" hasCustomPrompt="1"/>
          </p:nvPr>
        </p:nvSpPr>
        <p:spPr>
          <a:xfrm>
            <a:off x="632355" y="1952625"/>
            <a:ext cx="8854531" cy="3534526"/>
          </a:xfrm>
          <a:prstGeom prst="rect">
            <a:avLst/>
          </a:prstGeom>
        </p:spPr>
        <p:txBody>
          <a:bodyPr anchor="b"/>
          <a:lstStyle>
            <a:lvl1pPr marL="0" indent="0">
              <a:buNone/>
              <a:defRPr sz="5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err="1"/>
              <a:t>Antraštė</a:t>
            </a:r>
            <a:endParaRPr lang="en-US"/>
          </a:p>
        </p:txBody>
      </p:sp>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sp>
        <p:nvSpPr>
          <p:cNvPr id="3" name="Text Placeholder 2">
            <a:extLst>
              <a:ext uri="{FF2B5EF4-FFF2-40B4-BE49-F238E27FC236}">
                <a16:creationId xmlns:a16="http://schemas.microsoft.com/office/drawing/2014/main" id="{B1C7BC27-E701-EC4E-A29B-BA55A67673FA}"/>
              </a:ext>
            </a:extLst>
          </p:cNvPr>
          <p:cNvSpPr>
            <a:spLocks noGrp="1"/>
          </p:cNvSpPr>
          <p:nvPr>
            <p:ph type="body" sz="quarter" idx="12"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pic>
        <p:nvPicPr>
          <p:cNvPr id="4" name="Picture 3">
            <a:extLst>
              <a:ext uri="{FF2B5EF4-FFF2-40B4-BE49-F238E27FC236}">
                <a16:creationId xmlns:a16="http://schemas.microsoft.com/office/drawing/2014/main" id="{5B3236F9-E2AE-0F43-8E57-369CAB5520BE}"/>
              </a:ext>
            </a:extLst>
          </p:cNvPr>
          <p:cNvPicPr>
            <a:picLocks noChangeAspect="1"/>
          </p:cNvPicPr>
          <p:nvPr userDrawn="1"/>
        </p:nvPicPr>
        <p:blipFill rotWithShape="1">
          <a:blip r:embed="rId4"/>
          <a:srcRect t="3" r="14257" b="-238517"/>
          <a:stretch/>
        </p:blipFill>
        <p:spPr>
          <a:xfrm>
            <a:off x="0" y="958421"/>
            <a:ext cx="10453816" cy="128974"/>
          </a:xfrm>
          <a:prstGeom prst="rect">
            <a:avLst/>
          </a:prstGeom>
        </p:spPr>
      </p:pic>
      <p:pic>
        <p:nvPicPr>
          <p:cNvPr id="5" name="Picture 4">
            <a:extLst>
              <a:ext uri="{FF2B5EF4-FFF2-40B4-BE49-F238E27FC236}">
                <a16:creationId xmlns:a16="http://schemas.microsoft.com/office/drawing/2014/main" id="{5280B7D9-02D2-AC4C-8368-6F07A5A2E8F5}"/>
              </a:ext>
            </a:extLst>
          </p:cNvPr>
          <p:cNvPicPr>
            <a:picLocks noChangeAspect="1"/>
          </p:cNvPicPr>
          <p:nvPr userDrawn="1"/>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3458908064"/>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ulinė">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3542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ulinė">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5192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urinys">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456921" y="424809"/>
            <a:ext cx="862883" cy="983770"/>
          </a:xfrm>
          <a:prstGeom prst="rect">
            <a:avLst/>
          </a:prstGeom>
        </p:spPr>
      </p:pic>
      <p:sp>
        <p:nvSpPr>
          <p:cNvPr id="20" name="Text Placeholder 5">
            <a:extLst>
              <a:ext uri="{FF2B5EF4-FFF2-40B4-BE49-F238E27FC236}">
                <a16:creationId xmlns:a16="http://schemas.microsoft.com/office/drawing/2014/main" id="{46D6B95C-B687-614F-8DA6-5031F96661AD}"/>
              </a:ext>
            </a:extLst>
          </p:cNvPr>
          <p:cNvSpPr>
            <a:spLocks noGrp="1"/>
          </p:cNvSpPr>
          <p:nvPr>
            <p:ph type="body" sz="quarter" idx="10" hasCustomPrompt="1"/>
          </p:nvPr>
        </p:nvSpPr>
        <p:spPr>
          <a:xfrm>
            <a:off x="2613221" y="1960510"/>
            <a:ext cx="6975279" cy="4276777"/>
          </a:xfrm>
          <a:prstGeom prst="rect">
            <a:avLst/>
          </a:prstGeom>
        </p:spPr>
        <p:txBody>
          <a:bodyPr/>
          <a:lstStyle>
            <a:lvl1pPr marL="360000" indent="-360000">
              <a:lnSpc>
                <a:spcPct val="110000"/>
              </a:lnSpc>
              <a:spcBef>
                <a:spcPts val="1200"/>
              </a:spcBef>
              <a:buClr>
                <a:srgbClr val="FFFF00"/>
              </a:buClr>
              <a:buFont typeface="+mj-lt"/>
              <a:buAutoNum type="arabicPeriod"/>
              <a:defRPr sz="2000" b="0"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en-US" err="1"/>
              <a:t>Antraštė</a:t>
            </a:r>
            <a:endParaRPr lang="en-US"/>
          </a:p>
          <a:p>
            <a:pPr lvl="0"/>
            <a:r>
              <a:rPr lang="en-US" err="1"/>
              <a:t>Antraštė</a:t>
            </a:r>
            <a:endParaRPr lang="en-US"/>
          </a:p>
        </p:txBody>
      </p:sp>
      <p:sp>
        <p:nvSpPr>
          <p:cNvPr id="21" name="Text Placeholder 4">
            <a:extLst>
              <a:ext uri="{FF2B5EF4-FFF2-40B4-BE49-F238E27FC236}">
                <a16:creationId xmlns:a16="http://schemas.microsoft.com/office/drawing/2014/main" id="{25D01418-F6D6-EA49-BF7F-FFFFA2FDDCD4}"/>
              </a:ext>
            </a:extLst>
          </p:cNvPr>
          <p:cNvSpPr>
            <a:spLocks noGrp="1"/>
          </p:cNvSpPr>
          <p:nvPr>
            <p:ph type="body" sz="quarter" idx="11" hasCustomPrompt="1"/>
          </p:nvPr>
        </p:nvSpPr>
        <p:spPr>
          <a:xfrm>
            <a:off x="2613221" y="600737"/>
            <a:ext cx="8037512"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Turinys</a:t>
            </a:r>
            <a:endParaRPr lang="en-US"/>
          </a:p>
        </p:txBody>
      </p:sp>
      <p:pic>
        <p:nvPicPr>
          <p:cNvPr id="24" name="Picture 23">
            <a:extLst>
              <a:ext uri="{FF2B5EF4-FFF2-40B4-BE49-F238E27FC236}">
                <a16:creationId xmlns:a16="http://schemas.microsoft.com/office/drawing/2014/main" id="{A768C0BA-DBA4-9E4F-97DF-579214DE10AF}"/>
              </a:ext>
            </a:extLst>
          </p:cNvPr>
          <p:cNvPicPr>
            <a:picLocks noChangeAspect="1"/>
          </p:cNvPicPr>
          <p:nvPr userDrawn="1"/>
        </p:nvPicPr>
        <p:blipFill>
          <a:blip r:embed="rId3"/>
          <a:stretch>
            <a:fillRect/>
          </a:stretch>
        </p:blipFill>
        <p:spPr>
          <a:xfrm>
            <a:off x="1646472" y="0"/>
            <a:ext cx="190500" cy="6858000"/>
          </a:xfrm>
          <a:prstGeom prst="rect">
            <a:avLst/>
          </a:prstGeom>
        </p:spPr>
      </p:pic>
      <p:sp>
        <p:nvSpPr>
          <p:cNvPr id="8" name="Text Placeholder 2">
            <a:extLst>
              <a:ext uri="{FF2B5EF4-FFF2-40B4-BE49-F238E27FC236}">
                <a16:creationId xmlns:a16="http://schemas.microsoft.com/office/drawing/2014/main" id="{BD862C0A-2BED-074B-8AF0-3A7D2789C05D}"/>
              </a:ext>
            </a:extLst>
          </p:cNvPr>
          <p:cNvSpPr>
            <a:spLocks noGrp="1"/>
          </p:cNvSpPr>
          <p:nvPr>
            <p:ph type="body" sz="quarter" idx="12" hasCustomPrompt="1"/>
          </p:nvPr>
        </p:nvSpPr>
        <p:spPr>
          <a:xfrm rot="16200000">
            <a:off x="-1604416" y="3603891"/>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sp>
        <p:nvSpPr>
          <p:cNvPr id="9" name="Slide Number Placeholder 3">
            <a:extLst>
              <a:ext uri="{FF2B5EF4-FFF2-40B4-BE49-F238E27FC236}">
                <a16:creationId xmlns:a16="http://schemas.microsoft.com/office/drawing/2014/main" id="{7AF8862B-96D5-3A40-B92F-BAC6CDE874C0}"/>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72374365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731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kyrius_Vienas skaičius">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pic>
        <p:nvPicPr>
          <p:cNvPr id="2" name="Picture 1">
            <a:extLst>
              <a:ext uri="{FF2B5EF4-FFF2-40B4-BE49-F238E27FC236}">
                <a16:creationId xmlns:a16="http://schemas.microsoft.com/office/drawing/2014/main" id="{6D892914-F5A9-F642-B52A-C75D04F09286}"/>
              </a:ext>
            </a:extLst>
          </p:cNvPr>
          <p:cNvPicPr>
            <a:picLocks noChangeAspect="1"/>
          </p:cNvPicPr>
          <p:nvPr userDrawn="1"/>
        </p:nvPicPr>
        <p:blipFill>
          <a:blip r:embed="rId4"/>
          <a:stretch>
            <a:fillRect/>
          </a:stretch>
        </p:blipFill>
        <p:spPr>
          <a:xfrm>
            <a:off x="2840052" y="0"/>
            <a:ext cx="38100" cy="6858000"/>
          </a:xfrm>
          <a:prstGeom prst="rect">
            <a:avLst/>
          </a:prstGeom>
        </p:spPr>
      </p:pic>
      <p:pic>
        <p:nvPicPr>
          <p:cNvPr id="9" name="Picture 8">
            <a:extLst>
              <a:ext uri="{FF2B5EF4-FFF2-40B4-BE49-F238E27FC236}">
                <a16:creationId xmlns:a16="http://schemas.microsoft.com/office/drawing/2014/main" id="{DE4D699B-062F-E34A-B8AF-6AF33D54CB2F}"/>
              </a:ext>
            </a:extLst>
          </p:cNvPr>
          <p:cNvPicPr>
            <a:picLocks noChangeAspect="1"/>
          </p:cNvPicPr>
          <p:nvPr userDrawn="1"/>
        </p:nvPicPr>
        <p:blipFill rotWithShape="1">
          <a:blip r:embed="rId4"/>
          <a:srcRect l="-119640" t="58032" r="-170830" b="390"/>
          <a:stretch/>
        </p:blipFill>
        <p:spPr>
          <a:xfrm rot="5400000">
            <a:off x="1351336" y="52466"/>
            <a:ext cx="148773" cy="2851446"/>
          </a:xfrm>
          <a:prstGeom prst="rect">
            <a:avLst/>
          </a:prstGeom>
        </p:spPr>
      </p:pic>
      <p:sp>
        <p:nvSpPr>
          <p:cNvPr id="18" name="Text Placeholder 3">
            <a:extLst>
              <a:ext uri="{FF2B5EF4-FFF2-40B4-BE49-F238E27FC236}">
                <a16:creationId xmlns:a16="http://schemas.microsoft.com/office/drawing/2014/main" id="{224758FE-FB03-7945-8489-CE74EBB5340E}"/>
              </a:ext>
            </a:extLst>
          </p:cNvPr>
          <p:cNvSpPr>
            <a:spLocks noGrp="1"/>
          </p:cNvSpPr>
          <p:nvPr>
            <p:ph type="body" sz="quarter" idx="10" hasCustomPrompt="1"/>
          </p:nvPr>
        </p:nvSpPr>
        <p:spPr>
          <a:xfrm>
            <a:off x="3467098" y="3668711"/>
            <a:ext cx="6222494" cy="2724025"/>
          </a:xfrm>
          <a:prstGeom prst="rect">
            <a:avLst/>
          </a:prstGeom>
        </p:spPr>
        <p:txBody>
          <a:bodyPr anchor="b"/>
          <a:lstStyle>
            <a:lvl1pPr marL="0" indent="0">
              <a:buNone/>
              <a:defRPr sz="37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err="1"/>
              <a:t>Antraštė</a:t>
            </a:r>
            <a:endParaRPr lang="en-US"/>
          </a:p>
        </p:txBody>
      </p:sp>
      <p:pic>
        <p:nvPicPr>
          <p:cNvPr id="19" name="Picture 18">
            <a:extLst>
              <a:ext uri="{FF2B5EF4-FFF2-40B4-BE49-F238E27FC236}">
                <a16:creationId xmlns:a16="http://schemas.microsoft.com/office/drawing/2014/main" id="{E6E61C04-401B-A548-95BE-432EEC7539D9}"/>
              </a:ext>
            </a:extLst>
          </p:cNvPr>
          <p:cNvPicPr>
            <a:picLocks noChangeAspect="1"/>
          </p:cNvPicPr>
          <p:nvPr userDrawn="1"/>
        </p:nvPicPr>
        <p:blipFill>
          <a:blip r:embed="rId5"/>
          <a:stretch>
            <a:fillRect/>
          </a:stretch>
        </p:blipFill>
        <p:spPr>
          <a:xfrm>
            <a:off x="1373481" y="1329925"/>
            <a:ext cx="1104900" cy="254000"/>
          </a:xfrm>
          <a:prstGeom prst="rect">
            <a:avLst/>
          </a:prstGeom>
        </p:spPr>
      </p:pic>
      <p:sp>
        <p:nvSpPr>
          <p:cNvPr id="13" name="Text Placeholder 2">
            <a:extLst>
              <a:ext uri="{FF2B5EF4-FFF2-40B4-BE49-F238E27FC236}">
                <a16:creationId xmlns:a16="http://schemas.microsoft.com/office/drawing/2014/main" id="{C83BDE46-B3FD-934A-954D-8ED9ABBD069B}"/>
              </a:ext>
            </a:extLst>
          </p:cNvPr>
          <p:cNvSpPr>
            <a:spLocks noGrp="1"/>
          </p:cNvSpPr>
          <p:nvPr>
            <p:ph type="body" sz="quarter" idx="14"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sp>
        <p:nvSpPr>
          <p:cNvPr id="12" name="TextBox 11">
            <a:extLst>
              <a:ext uri="{FF2B5EF4-FFF2-40B4-BE49-F238E27FC236}">
                <a16:creationId xmlns:a16="http://schemas.microsoft.com/office/drawing/2014/main" id="{323ABD1B-A1CE-B243-B0AE-AFA3DF058648}"/>
              </a:ext>
            </a:extLst>
          </p:cNvPr>
          <p:cNvSpPr txBox="1"/>
          <p:nvPr userDrawn="1"/>
        </p:nvSpPr>
        <p:spPr>
          <a:xfrm>
            <a:off x="3467098" y="1289465"/>
            <a:ext cx="4604847" cy="323165"/>
          </a:xfrm>
          <a:prstGeom prst="rect">
            <a:avLst/>
          </a:prstGeom>
          <a:noFill/>
        </p:spPr>
        <p:txBody>
          <a:bodyPr wrap="square" rtlCol="0">
            <a:spAutoFit/>
          </a:bodyPr>
          <a:lstStyle/>
          <a:p>
            <a:r>
              <a:rPr lang="en-LT" sz="1500" b="1" i="0">
                <a:solidFill>
                  <a:schemeClr val="bg1"/>
                </a:solidFill>
                <a:latin typeface="Arial" panose="020B0604020202020204" pitchFamily="34" charset="0"/>
                <a:ea typeface="Inter Semi Bold" panose="020B0502030000000004" pitchFamily="34" charset="0"/>
                <a:cs typeface="Arial" panose="020B0604020202020204" pitchFamily="34" charset="0"/>
              </a:rPr>
              <a:t>KAUNO TECHNOLOGIJOS UNIVERSITETAS</a:t>
            </a:r>
          </a:p>
        </p:txBody>
      </p:sp>
      <p:sp>
        <p:nvSpPr>
          <p:cNvPr id="14" name="Text Placeholder 6">
            <a:extLst>
              <a:ext uri="{FF2B5EF4-FFF2-40B4-BE49-F238E27FC236}">
                <a16:creationId xmlns:a16="http://schemas.microsoft.com/office/drawing/2014/main" id="{F0045096-48AE-2F45-81DE-246F7A97BAFA}"/>
              </a:ext>
            </a:extLst>
          </p:cNvPr>
          <p:cNvSpPr>
            <a:spLocks noGrp="1"/>
          </p:cNvSpPr>
          <p:nvPr>
            <p:ph type="body" sz="quarter" idx="13" hasCustomPrompt="1"/>
          </p:nvPr>
        </p:nvSpPr>
        <p:spPr>
          <a:xfrm>
            <a:off x="0" y="3373722"/>
            <a:ext cx="2828658" cy="3222561"/>
          </a:xfrm>
          <a:prstGeom prst="rect">
            <a:avLst/>
          </a:prstGeom>
          <a:ln w="19050">
            <a:noFill/>
          </a:ln>
        </p:spPr>
        <p:txBody>
          <a:bodyPr/>
          <a:lstStyle>
            <a:lvl1pPr marL="0" indent="0" algn="ctr">
              <a:buNone/>
              <a:defRPr sz="26000" b="1" i="0">
                <a:ln w="19050">
                  <a:solidFill>
                    <a:schemeClr val="bg1"/>
                  </a:solidFill>
                </a:ln>
                <a:noFill/>
                <a:latin typeface="Arial" panose="020B0604020202020204" pitchFamily="34" charset="0"/>
                <a:ea typeface="Inter" panose="020B0502030000000004" pitchFamily="34" charset="0"/>
                <a:cs typeface="Arial" panose="020B0604020202020204" pitchFamily="34" charset="0"/>
              </a:defRPr>
            </a:lvl1pPr>
          </a:lstStyle>
          <a:p>
            <a:pPr lvl="0"/>
            <a:r>
              <a:rPr lang="en-US"/>
              <a:t>2</a:t>
            </a:r>
          </a:p>
        </p:txBody>
      </p:sp>
    </p:spTree>
    <p:extLst>
      <p:ext uri="{BB962C8B-B14F-4D97-AF65-F5344CB8AC3E}">
        <p14:creationId xmlns:p14="http://schemas.microsoft.com/office/powerpoint/2010/main" val="2514003130"/>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kyrius_Du skaičiai">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pic>
        <p:nvPicPr>
          <p:cNvPr id="14" name="Picture 13">
            <a:extLst>
              <a:ext uri="{FF2B5EF4-FFF2-40B4-BE49-F238E27FC236}">
                <a16:creationId xmlns:a16="http://schemas.microsoft.com/office/drawing/2014/main" id="{A555EE49-EA86-604D-B79E-1835648D4373}"/>
              </a:ext>
            </a:extLst>
          </p:cNvPr>
          <p:cNvPicPr>
            <a:picLocks noChangeAspect="1"/>
          </p:cNvPicPr>
          <p:nvPr userDrawn="1"/>
        </p:nvPicPr>
        <p:blipFill rotWithShape="1">
          <a:blip r:embed="rId4"/>
          <a:srcRect l="-254768" t="1" r="-836988" b="29251"/>
          <a:stretch/>
        </p:blipFill>
        <p:spPr>
          <a:xfrm rot="5400000">
            <a:off x="2198923" y="-847734"/>
            <a:ext cx="454047" cy="4851894"/>
          </a:xfrm>
          <a:prstGeom prst="rect">
            <a:avLst/>
          </a:prstGeom>
        </p:spPr>
      </p:pic>
      <p:pic>
        <p:nvPicPr>
          <p:cNvPr id="2" name="Picture 1">
            <a:extLst>
              <a:ext uri="{FF2B5EF4-FFF2-40B4-BE49-F238E27FC236}">
                <a16:creationId xmlns:a16="http://schemas.microsoft.com/office/drawing/2014/main" id="{6D892914-F5A9-F642-B52A-C75D04F09286}"/>
              </a:ext>
            </a:extLst>
          </p:cNvPr>
          <p:cNvPicPr>
            <a:picLocks noChangeAspect="1"/>
          </p:cNvPicPr>
          <p:nvPr userDrawn="1"/>
        </p:nvPicPr>
        <p:blipFill>
          <a:blip r:embed="rId4"/>
          <a:stretch>
            <a:fillRect/>
          </a:stretch>
        </p:blipFill>
        <p:spPr>
          <a:xfrm>
            <a:off x="4832844" y="0"/>
            <a:ext cx="38100" cy="6858000"/>
          </a:xfrm>
          <a:prstGeom prst="rect">
            <a:avLst/>
          </a:prstGeom>
        </p:spPr>
      </p:pic>
      <p:pic>
        <p:nvPicPr>
          <p:cNvPr id="6" name="Picture 5">
            <a:extLst>
              <a:ext uri="{FF2B5EF4-FFF2-40B4-BE49-F238E27FC236}">
                <a16:creationId xmlns:a16="http://schemas.microsoft.com/office/drawing/2014/main" id="{E48C8245-A0B5-4343-A773-99B1AC5A1C19}"/>
              </a:ext>
            </a:extLst>
          </p:cNvPr>
          <p:cNvPicPr>
            <a:picLocks noChangeAspect="1"/>
          </p:cNvPicPr>
          <p:nvPr userDrawn="1"/>
        </p:nvPicPr>
        <p:blipFill>
          <a:blip r:embed="rId5"/>
          <a:stretch>
            <a:fillRect/>
          </a:stretch>
        </p:blipFill>
        <p:spPr>
          <a:xfrm>
            <a:off x="3278535" y="1329925"/>
            <a:ext cx="1104900" cy="254000"/>
          </a:xfrm>
          <a:prstGeom prst="rect">
            <a:avLst/>
          </a:prstGeom>
        </p:spPr>
      </p:pic>
      <p:sp>
        <p:nvSpPr>
          <p:cNvPr id="18" name="Text Placeholder 3">
            <a:extLst>
              <a:ext uri="{FF2B5EF4-FFF2-40B4-BE49-F238E27FC236}">
                <a16:creationId xmlns:a16="http://schemas.microsoft.com/office/drawing/2014/main" id="{224758FE-FB03-7945-8489-CE74EBB5340E}"/>
              </a:ext>
            </a:extLst>
          </p:cNvPr>
          <p:cNvSpPr>
            <a:spLocks noGrp="1"/>
          </p:cNvSpPr>
          <p:nvPr>
            <p:ph type="body" sz="quarter" idx="10" hasCustomPrompt="1"/>
          </p:nvPr>
        </p:nvSpPr>
        <p:spPr>
          <a:xfrm>
            <a:off x="5477810" y="3668711"/>
            <a:ext cx="4361134" cy="2724025"/>
          </a:xfrm>
          <a:prstGeom prst="rect">
            <a:avLst/>
          </a:prstGeom>
        </p:spPr>
        <p:txBody>
          <a:bodyPr anchor="b"/>
          <a:lstStyle>
            <a:lvl1pPr marL="0" indent="0">
              <a:buNone/>
              <a:defRPr sz="37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err="1"/>
              <a:t>Antraštė</a:t>
            </a:r>
            <a:endParaRPr lang="en-US"/>
          </a:p>
        </p:txBody>
      </p:sp>
      <p:sp>
        <p:nvSpPr>
          <p:cNvPr id="12" name="Text Placeholder 2">
            <a:extLst>
              <a:ext uri="{FF2B5EF4-FFF2-40B4-BE49-F238E27FC236}">
                <a16:creationId xmlns:a16="http://schemas.microsoft.com/office/drawing/2014/main" id="{20FA2AC1-A86F-6246-9CF6-463924E7F598}"/>
              </a:ext>
            </a:extLst>
          </p:cNvPr>
          <p:cNvSpPr>
            <a:spLocks noGrp="1"/>
          </p:cNvSpPr>
          <p:nvPr>
            <p:ph type="body" sz="quarter" idx="14"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sp>
        <p:nvSpPr>
          <p:cNvPr id="13" name="TextBox 12">
            <a:extLst>
              <a:ext uri="{FF2B5EF4-FFF2-40B4-BE49-F238E27FC236}">
                <a16:creationId xmlns:a16="http://schemas.microsoft.com/office/drawing/2014/main" id="{FD500F5A-81CA-2F4B-BDD4-88D7FC1AE05F}"/>
              </a:ext>
            </a:extLst>
          </p:cNvPr>
          <p:cNvSpPr txBox="1"/>
          <p:nvPr userDrawn="1"/>
        </p:nvSpPr>
        <p:spPr>
          <a:xfrm>
            <a:off x="5477810" y="1289465"/>
            <a:ext cx="4604847" cy="323165"/>
          </a:xfrm>
          <a:prstGeom prst="rect">
            <a:avLst/>
          </a:prstGeom>
          <a:noFill/>
        </p:spPr>
        <p:txBody>
          <a:bodyPr wrap="square" rtlCol="0">
            <a:spAutoFit/>
          </a:bodyPr>
          <a:lstStyle/>
          <a:p>
            <a:r>
              <a:rPr lang="en-LT" sz="1500" b="1" i="0">
                <a:solidFill>
                  <a:schemeClr val="bg1"/>
                </a:solidFill>
                <a:latin typeface="Arial" panose="020B0604020202020204" pitchFamily="34" charset="0"/>
                <a:ea typeface="Inter Semi Bold" panose="020B0502030000000004" pitchFamily="34" charset="0"/>
                <a:cs typeface="Arial" panose="020B0604020202020204" pitchFamily="34" charset="0"/>
              </a:rPr>
              <a:t>KAUNO TECHNOLOGIJOS UNIVERSITETAS</a:t>
            </a:r>
          </a:p>
        </p:txBody>
      </p:sp>
      <p:sp>
        <p:nvSpPr>
          <p:cNvPr id="15" name="Text Placeholder 6">
            <a:extLst>
              <a:ext uri="{FF2B5EF4-FFF2-40B4-BE49-F238E27FC236}">
                <a16:creationId xmlns:a16="http://schemas.microsoft.com/office/drawing/2014/main" id="{D6224EDB-B787-DE4E-BE6F-8D8484097FCC}"/>
              </a:ext>
            </a:extLst>
          </p:cNvPr>
          <p:cNvSpPr>
            <a:spLocks noGrp="1"/>
          </p:cNvSpPr>
          <p:nvPr>
            <p:ph type="body" sz="quarter" idx="13" hasCustomPrompt="1"/>
          </p:nvPr>
        </p:nvSpPr>
        <p:spPr>
          <a:xfrm>
            <a:off x="0" y="3373722"/>
            <a:ext cx="4832844" cy="3222561"/>
          </a:xfrm>
          <a:prstGeom prst="rect">
            <a:avLst/>
          </a:prstGeom>
          <a:ln w="19050">
            <a:noFill/>
          </a:ln>
        </p:spPr>
        <p:txBody>
          <a:bodyPr/>
          <a:lstStyle>
            <a:lvl1pPr marL="0" indent="0" algn="ctr">
              <a:buNone/>
              <a:defRPr sz="26000" b="1" i="0">
                <a:ln w="19050">
                  <a:solidFill>
                    <a:schemeClr val="bg1"/>
                  </a:solidFill>
                </a:ln>
                <a:noFill/>
                <a:latin typeface="Arial" panose="020B0604020202020204" pitchFamily="34" charset="0"/>
                <a:ea typeface="Inter" panose="020B0502030000000004" pitchFamily="34" charset="0"/>
                <a:cs typeface="Arial" panose="020B0604020202020204" pitchFamily="34" charset="0"/>
              </a:defRPr>
            </a:lvl1pPr>
          </a:lstStyle>
          <a:p>
            <a:pPr lvl="0"/>
            <a:r>
              <a:rPr lang="en-US"/>
              <a:t>28</a:t>
            </a:r>
          </a:p>
        </p:txBody>
      </p:sp>
    </p:spTree>
    <p:extLst>
      <p:ext uri="{BB962C8B-B14F-4D97-AF65-F5344CB8AC3E}">
        <p14:creationId xmlns:p14="http://schemas.microsoft.com/office/powerpoint/2010/main" val="3880283163"/>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kstas_Šūkis_Juoda">
    <p:bg>
      <p:bgPr>
        <a:solidFill>
          <a:schemeClr val="tx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Antraštė</a:t>
            </a:r>
            <a:endParaRPr lang="en-US"/>
          </a:p>
        </p:txBody>
      </p:sp>
      <p:pic>
        <p:nvPicPr>
          <p:cNvPr id="10" name="Picture 9">
            <a:extLst>
              <a:ext uri="{FF2B5EF4-FFF2-40B4-BE49-F238E27FC236}">
                <a16:creationId xmlns:a16="http://schemas.microsoft.com/office/drawing/2014/main" id="{6B7DEC24-8D93-6D48-A79C-7BDDFFA2B161}"/>
              </a:ext>
            </a:extLst>
          </p:cNvPr>
          <p:cNvPicPr>
            <a:picLocks noChangeAspect="1"/>
          </p:cNvPicPr>
          <p:nvPr userDrawn="1"/>
        </p:nvPicPr>
        <p:blipFill>
          <a:blip r:embed="rId2"/>
          <a:stretch>
            <a:fillRect/>
          </a:stretch>
        </p:blipFill>
        <p:spPr>
          <a:xfrm>
            <a:off x="11013890" y="0"/>
            <a:ext cx="38100" cy="6858000"/>
          </a:xfrm>
          <a:prstGeom prst="rect">
            <a:avLst/>
          </a:prstGeom>
        </p:spPr>
      </p:pic>
      <p:sp>
        <p:nvSpPr>
          <p:cNvPr id="19" name="Text Placeholder 2">
            <a:extLst>
              <a:ext uri="{FF2B5EF4-FFF2-40B4-BE49-F238E27FC236}">
                <a16:creationId xmlns:a16="http://schemas.microsoft.com/office/drawing/2014/main" id="{CD1AB869-1A97-C74F-B22C-8C4A3C855317}"/>
              </a:ext>
            </a:extLst>
          </p:cNvPr>
          <p:cNvSpPr>
            <a:spLocks noGrp="1"/>
          </p:cNvSpPr>
          <p:nvPr>
            <p:ph type="body" sz="quarter" idx="14" hasCustomPrompt="1"/>
          </p:nvPr>
        </p:nvSpPr>
        <p:spPr>
          <a:xfrm rot="16200000">
            <a:off x="9406361" y="3040008"/>
            <a:ext cx="4397904" cy="1173382"/>
          </a:xfrm>
          <a:prstGeom prst="rect">
            <a:avLst/>
          </a:prstGeom>
        </p:spPr>
        <p:txBody>
          <a:bodyPr anchor="ctr"/>
          <a:lstStyle>
            <a:lvl1pPr marL="0" indent="0">
              <a:lnSpc>
                <a:spcPct val="130000"/>
              </a:lnSpc>
              <a:spcBef>
                <a:spcPts val="0"/>
              </a:spcBef>
              <a:buNone/>
              <a:defRPr sz="13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pic>
        <p:nvPicPr>
          <p:cNvPr id="16" name="Picture 15">
            <a:extLst>
              <a:ext uri="{FF2B5EF4-FFF2-40B4-BE49-F238E27FC236}">
                <a16:creationId xmlns:a16="http://schemas.microsoft.com/office/drawing/2014/main" id="{A7015AA5-A63A-AA42-ACD1-300F08FBDCD4}"/>
              </a:ext>
            </a:extLst>
          </p:cNvPr>
          <p:cNvPicPr>
            <a:picLocks noChangeAspect="1"/>
          </p:cNvPicPr>
          <p:nvPr userDrawn="1"/>
        </p:nvPicPr>
        <p:blipFill rotWithShape="1">
          <a:blip r:embed="rId3"/>
          <a:srcRect t="-1" r="9663" b="-12809"/>
          <a:stretch/>
        </p:blipFill>
        <p:spPr>
          <a:xfrm>
            <a:off x="0" y="1356723"/>
            <a:ext cx="11013890" cy="214901"/>
          </a:xfrm>
          <a:prstGeom prst="rect">
            <a:avLst/>
          </a:prstGeom>
        </p:spPr>
      </p:pic>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a:t>Antraštė 2</a:t>
            </a:r>
          </a:p>
        </p:txBody>
      </p:sp>
      <p:pic>
        <p:nvPicPr>
          <p:cNvPr id="23" name="Picture 22">
            <a:extLst>
              <a:ext uri="{FF2B5EF4-FFF2-40B4-BE49-F238E27FC236}">
                <a16:creationId xmlns:a16="http://schemas.microsoft.com/office/drawing/2014/main" id="{810A3938-1C5A-734A-9AEB-AA2A81156F6C}"/>
              </a:ext>
            </a:extLst>
          </p:cNvPr>
          <p:cNvPicPr>
            <a:picLocks noChangeAspect="1"/>
          </p:cNvPicPr>
          <p:nvPr userDrawn="1"/>
        </p:nvPicPr>
        <p:blipFill>
          <a:blip r:embed="rId4"/>
          <a:stretch>
            <a:fillRect/>
          </a:stretch>
        </p:blipFill>
        <p:spPr>
          <a:xfrm>
            <a:off x="11314565" y="696317"/>
            <a:ext cx="590984" cy="318475"/>
          </a:xfrm>
          <a:prstGeom prst="rect">
            <a:avLst/>
          </a:prstGeom>
        </p:spPr>
      </p:pic>
      <p:sp>
        <p:nvSpPr>
          <p:cNvPr id="11" name="Slide Number Placeholder 3">
            <a:extLst>
              <a:ext uri="{FF2B5EF4-FFF2-40B4-BE49-F238E27FC236}">
                <a16:creationId xmlns:a16="http://schemas.microsoft.com/office/drawing/2014/main" id="{7EE7EFB9-58EC-4E46-B135-D34F2910C588}"/>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574332307"/>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kstas_Šūkis_Balta">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Antraštė</a:t>
            </a:r>
            <a:endParaRPr lang="en-US"/>
          </a:p>
        </p:txBody>
      </p:sp>
      <p:sp>
        <p:nvSpPr>
          <p:cNvPr id="19" name="Text Placeholder 2">
            <a:extLst>
              <a:ext uri="{FF2B5EF4-FFF2-40B4-BE49-F238E27FC236}">
                <a16:creationId xmlns:a16="http://schemas.microsoft.com/office/drawing/2014/main" id="{CD1AB869-1A97-C74F-B22C-8C4A3C855317}"/>
              </a:ext>
            </a:extLst>
          </p:cNvPr>
          <p:cNvSpPr>
            <a:spLocks noGrp="1"/>
          </p:cNvSpPr>
          <p:nvPr>
            <p:ph type="body" sz="quarter" idx="14" hasCustomPrompt="1"/>
          </p:nvPr>
        </p:nvSpPr>
        <p:spPr>
          <a:xfrm rot="16200000">
            <a:off x="9406361" y="3040008"/>
            <a:ext cx="4397904" cy="1173382"/>
          </a:xfrm>
          <a:prstGeom prst="rect">
            <a:avLst/>
          </a:prstGeom>
        </p:spPr>
        <p:txBody>
          <a:bodyPr anchor="ctr"/>
          <a:lstStyle>
            <a:lvl1pPr marL="0" indent="0">
              <a:lnSpc>
                <a:spcPct val="130000"/>
              </a:lnSpc>
              <a:spcBef>
                <a:spcPts val="0"/>
              </a:spcBef>
              <a:buNone/>
              <a:defRPr sz="13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a:t>Antraštė 2</a:t>
            </a:r>
          </a:p>
        </p:txBody>
      </p:sp>
      <p:pic>
        <p:nvPicPr>
          <p:cNvPr id="11" name="Picture 10">
            <a:extLst>
              <a:ext uri="{FF2B5EF4-FFF2-40B4-BE49-F238E27FC236}">
                <a16:creationId xmlns:a16="http://schemas.microsoft.com/office/drawing/2014/main" id="{BC028207-03C6-EB4F-8087-70DFE414C3FB}"/>
              </a:ext>
            </a:extLst>
          </p:cNvPr>
          <p:cNvPicPr>
            <a:picLocks noChangeAspect="1"/>
          </p:cNvPicPr>
          <p:nvPr userDrawn="1"/>
        </p:nvPicPr>
        <p:blipFill>
          <a:blip r:embed="rId2"/>
          <a:stretch>
            <a:fillRect/>
          </a:stretch>
        </p:blipFill>
        <p:spPr>
          <a:xfrm>
            <a:off x="11314563" y="696316"/>
            <a:ext cx="590985" cy="318475"/>
          </a:xfrm>
          <a:prstGeom prst="rect">
            <a:avLst/>
          </a:prstGeom>
        </p:spPr>
      </p:pic>
      <p:pic>
        <p:nvPicPr>
          <p:cNvPr id="14" name="Picture 13">
            <a:extLst>
              <a:ext uri="{FF2B5EF4-FFF2-40B4-BE49-F238E27FC236}">
                <a16:creationId xmlns:a16="http://schemas.microsoft.com/office/drawing/2014/main" id="{E8B3520C-4886-5844-B632-0EFDEEFA04BE}"/>
              </a:ext>
            </a:extLst>
          </p:cNvPr>
          <p:cNvPicPr>
            <a:picLocks noChangeAspect="1"/>
          </p:cNvPicPr>
          <p:nvPr userDrawn="1"/>
        </p:nvPicPr>
        <p:blipFill>
          <a:blip r:embed="rId3"/>
          <a:stretch>
            <a:fillRect/>
          </a:stretch>
        </p:blipFill>
        <p:spPr>
          <a:xfrm>
            <a:off x="11010097" y="0"/>
            <a:ext cx="38100" cy="6858000"/>
          </a:xfrm>
          <a:prstGeom prst="rect">
            <a:avLst/>
          </a:prstGeom>
        </p:spPr>
      </p:pic>
      <p:pic>
        <p:nvPicPr>
          <p:cNvPr id="15" name="Picture 14">
            <a:extLst>
              <a:ext uri="{FF2B5EF4-FFF2-40B4-BE49-F238E27FC236}">
                <a16:creationId xmlns:a16="http://schemas.microsoft.com/office/drawing/2014/main" id="{DBBDCAF9-A99D-AB48-B61A-DEA4A9FF6C9F}"/>
              </a:ext>
            </a:extLst>
          </p:cNvPr>
          <p:cNvPicPr>
            <a:picLocks noChangeAspect="1"/>
          </p:cNvPicPr>
          <p:nvPr userDrawn="1"/>
        </p:nvPicPr>
        <p:blipFill rotWithShape="1">
          <a:blip r:embed="rId4"/>
          <a:srcRect r="9625" b="-49952"/>
          <a:stretch/>
        </p:blipFill>
        <p:spPr>
          <a:xfrm>
            <a:off x="0" y="1356709"/>
            <a:ext cx="11018622" cy="285659"/>
          </a:xfrm>
          <a:prstGeom prst="rect">
            <a:avLst/>
          </a:prstGeom>
        </p:spPr>
      </p:pic>
      <p:sp>
        <p:nvSpPr>
          <p:cNvPr id="10" name="Slide Number Placeholder 3">
            <a:extLst>
              <a:ext uri="{FF2B5EF4-FFF2-40B4-BE49-F238E27FC236}">
                <a16:creationId xmlns:a16="http://schemas.microsoft.com/office/drawing/2014/main" id="{D1705FAF-CC62-BB49-B817-BC45A057FA08}"/>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231298357"/>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kstas_Juoda">
    <p:bg>
      <p:bgPr>
        <a:solidFill>
          <a:schemeClr val="tx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5" y="600737"/>
            <a:ext cx="8978606"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Antraštė</a:t>
            </a:r>
            <a:endParaRPr lang="en-US"/>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a:t>Antraštė 2</a:t>
            </a:r>
          </a:p>
        </p:txBody>
      </p:sp>
      <p:pic>
        <p:nvPicPr>
          <p:cNvPr id="11" name="Picture 10">
            <a:extLst>
              <a:ext uri="{FF2B5EF4-FFF2-40B4-BE49-F238E27FC236}">
                <a16:creationId xmlns:a16="http://schemas.microsoft.com/office/drawing/2014/main" id="{69C3A560-9403-BC49-A5F7-C015081D15DE}"/>
              </a:ext>
            </a:extLst>
          </p:cNvPr>
          <p:cNvPicPr>
            <a:picLocks noChangeAspect="1"/>
          </p:cNvPicPr>
          <p:nvPr userDrawn="1"/>
        </p:nvPicPr>
        <p:blipFill>
          <a:blip r:embed="rId2"/>
          <a:stretch>
            <a:fillRect/>
          </a:stretch>
        </p:blipFill>
        <p:spPr>
          <a:xfrm>
            <a:off x="0" y="1351225"/>
            <a:ext cx="12192000" cy="190500"/>
          </a:xfrm>
          <a:prstGeom prst="rect">
            <a:avLst/>
          </a:prstGeom>
        </p:spPr>
      </p:pic>
      <p:pic>
        <p:nvPicPr>
          <p:cNvPr id="12" name="Picture 11">
            <a:extLst>
              <a:ext uri="{FF2B5EF4-FFF2-40B4-BE49-F238E27FC236}">
                <a16:creationId xmlns:a16="http://schemas.microsoft.com/office/drawing/2014/main" id="{6E36B143-6BE1-0541-83D6-F8722667238A}"/>
              </a:ext>
            </a:extLst>
          </p:cNvPr>
          <p:cNvPicPr>
            <a:picLocks noChangeAspect="1"/>
          </p:cNvPicPr>
          <p:nvPr userDrawn="1"/>
        </p:nvPicPr>
        <p:blipFill>
          <a:blip r:embed="rId3"/>
          <a:stretch>
            <a:fillRect/>
          </a:stretch>
        </p:blipFill>
        <p:spPr>
          <a:xfrm>
            <a:off x="11163044" y="696317"/>
            <a:ext cx="590984" cy="318475"/>
          </a:xfrm>
          <a:prstGeom prst="rect">
            <a:avLst/>
          </a:prstGeom>
        </p:spPr>
      </p:pic>
      <p:sp>
        <p:nvSpPr>
          <p:cNvPr id="8" name="Slide Number Placeholder 3">
            <a:extLst>
              <a:ext uri="{FF2B5EF4-FFF2-40B4-BE49-F238E27FC236}">
                <a16:creationId xmlns:a16="http://schemas.microsoft.com/office/drawing/2014/main" id="{EE81F693-50CC-E74A-92F2-28556691589B}"/>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013228603"/>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kstas_Balta">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5" y="600737"/>
            <a:ext cx="8978606"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Antraštė</a:t>
            </a:r>
            <a:endParaRPr lang="en-US"/>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a:t>Antraštė 2</a:t>
            </a:r>
          </a:p>
        </p:txBody>
      </p:sp>
      <p:pic>
        <p:nvPicPr>
          <p:cNvPr id="9" name="Picture 8">
            <a:extLst>
              <a:ext uri="{FF2B5EF4-FFF2-40B4-BE49-F238E27FC236}">
                <a16:creationId xmlns:a16="http://schemas.microsoft.com/office/drawing/2014/main" id="{C66F165C-7173-9B41-9B41-5FC5C0B7D53F}"/>
              </a:ext>
            </a:extLst>
          </p:cNvPr>
          <p:cNvPicPr>
            <a:picLocks noChangeAspect="1"/>
          </p:cNvPicPr>
          <p:nvPr userDrawn="1"/>
        </p:nvPicPr>
        <p:blipFill>
          <a:blip r:embed="rId2"/>
          <a:stretch>
            <a:fillRect/>
          </a:stretch>
        </p:blipFill>
        <p:spPr>
          <a:xfrm>
            <a:off x="0" y="1351225"/>
            <a:ext cx="12192000" cy="190500"/>
          </a:xfrm>
          <a:prstGeom prst="rect">
            <a:avLst/>
          </a:prstGeom>
        </p:spPr>
      </p:pic>
      <p:pic>
        <p:nvPicPr>
          <p:cNvPr id="14" name="Picture 13">
            <a:extLst>
              <a:ext uri="{FF2B5EF4-FFF2-40B4-BE49-F238E27FC236}">
                <a16:creationId xmlns:a16="http://schemas.microsoft.com/office/drawing/2014/main" id="{0B47D6DC-D91B-A144-80BE-9E55BF0FD1FC}"/>
              </a:ext>
            </a:extLst>
          </p:cNvPr>
          <p:cNvPicPr>
            <a:picLocks noChangeAspect="1"/>
          </p:cNvPicPr>
          <p:nvPr userDrawn="1"/>
        </p:nvPicPr>
        <p:blipFill>
          <a:blip r:embed="rId3"/>
          <a:stretch>
            <a:fillRect/>
          </a:stretch>
        </p:blipFill>
        <p:spPr>
          <a:xfrm>
            <a:off x="11163222" y="696316"/>
            <a:ext cx="590985" cy="318475"/>
          </a:xfrm>
          <a:prstGeom prst="rect">
            <a:avLst/>
          </a:prstGeom>
        </p:spPr>
      </p:pic>
      <p:sp>
        <p:nvSpPr>
          <p:cNvPr id="8" name="Slide Number Placeholder 3">
            <a:extLst>
              <a:ext uri="{FF2B5EF4-FFF2-40B4-BE49-F238E27FC236}">
                <a16:creationId xmlns:a16="http://schemas.microsoft.com/office/drawing/2014/main" id="{BD405FBB-9895-7146-BF23-12D1784B464A}"/>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3399297"/>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kstas_Dvi dalys">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D8A384-C846-7641-BEB4-42006FEB5447}"/>
              </a:ext>
            </a:extLst>
          </p:cNvPr>
          <p:cNvSpPr/>
          <p:nvPr userDrawn="1"/>
        </p:nvSpPr>
        <p:spPr>
          <a:xfrm>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4" name="Text Placeholder 20">
            <a:extLst>
              <a:ext uri="{FF2B5EF4-FFF2-40B4-BE49-F238E27FC236}">
                <a16:creationId xmlns:a16="http://schemas.microsoft.com/office/drawing/2014/main" id="{F497E261-9388-AC42-BFA8-252592EA0D4A}"/>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7" name="Text Placeholder 4">
            <a:extLst>
              <a:ext uri="{FF2B5EF4-FFF2-40B4-BE49-F238E27FC236}">
                <a16:creationId xmlns:a16="http://schemas.microsoft.com/office/drawing/2014/main" id="{B5FF6581-2E75-F54C-AC74-4CFB308232A1}"/>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ANTRAŠTĖ</a:t>
            </a:r>
          </a:p>
        </p:txBody>
      </p:sp>
      <p:sp>
        <p:nvSpPr>
          <p:cNvPr id="23" name="Text Placeholder 20">
            <a:extLst>
              <a:ext uri="{FF2B5EF4-FFF2-40B4-BE49-F238E27FC236}">
                <a16:creationId xmlns:a16="http://schemas.microsoft.com/office/drawing/2014/main" id="{2E6D4784-2EA3-C74A-80A6-6E53A345902F}"/>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5" name="Text Placeholder 4">
            <a:extLst>
              <a:ext uri="{FF2B5EF4-FFF2-40B4-BE49-F238E27FC236}">
                <a16:creationId xmlns:a16="http://schemas.microsoft.com/office/drawing/2014/main" id="{5592035A-2271-5843-9AF4-E3E9FDCF0139}"/>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ANTRAŠTĖ</a:t>
            </a:r>
          </a:p>
        </p:txBody>
      </p:sp>
      <p:sp>
        <p:nvSpPr>
          <p:cNvPr id="8" name="Slide Number Placeholder 3">
            <a:extLst>
              <a:ext uri="{FF2B5EF4-FFF2-40B4-BE49-F238E27FC236}">
                <a16:creationId xmlns:a16="http://schemas.microsoft.com/office/drawing/2014/main" id="{BEC282FF-8A8E-4743-8FE6-0CBA9BBA69B5}"/>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2544090920"/>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ekstas_Dvi dalys">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D8A384-C846-7641-BEB4-42006FEB5447}"/>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4" name="Text Placeholder 20">
            <a:extLst>
              <a:ext uri="{FF2B5EF4-FFF2-40B4-BE49-F238E27FC236}">
                <a16:creationId xmlns:a16="http://schemas.microsoft.com/office/drawing/2014/main" id="{F497E261-9388-AC42-BFA8-252592EA0D4A}"/>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7" name="Text Placeholder 4">
            <a:extLst>
              <a:ext uri="{FF2B5EF4-FFF2-40B4-BE49-F238E27FC236}">
                <a16:creationId xmlns:a16="http://schemas.microsoft.com/office/drawing/2014/main" id="{B5FF6581-2E75-F54C-AC74-4CFB308232A1}"/>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ANTRAŠTĖ</a:t>
            </a:r>
          </a:p>
        </p:txBody>
      </p:sp>
      <p:sp>
        <p:nvSpPr>
          <p:cNvPr id="23" name="Text Placeholder 20">
            <a:extLst>
              <a:ext uri="{FF2B5EF4-FFF2-40B4-BE49-F238E27FC236}">
                <a16:creationId xmlns:a16="http://schemas.microsoft.com/office/drawing/2014/main" id="{2E6D4784-2EA3-C74A-80A6-6E53A345902F}"/>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5" name="Text Placeholder 4">
            <a:extLst>
              <a:ext uri="{FF2B5EF4-FFF2-40B4-BE49-F238E27FC236}">
                <a16:creationId xmlns:a16="http://schemas.microsoft.com/office/drawing/2014/main" id="{5592035A-2271-5843-9AF4-E3E9FDCF0139}"/>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ANTRAŠTĖ</a:t>
            </a:r>
          </a:p>
        </p:txBody>
      </p:sp>
      <p:sp>
        <p:nvSpPr>
          <p:cNvPr id="9" name="Slide Number Placeholder 3">
            <a:extLst>
              <a:ext uri="{FF2B5EF4-FFF2-40B4-BE49-F238E27FC236}">
                <a16:creationId xmlns:a16="http://schemas.microsoft.com/office/drawing/2014/main" id="{B83568EC-B77A-0E4D-9628-B5B410A3918A}"/>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955391583"/>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ekstas_Keturios dalys">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224FEE-B2A5-5B45-808C-F0B694341654}"/>
              </a:ext>
            </a:extLst>
          </p:cNvPr>
          <p:cNvSpPr/>
          <p:nvPr userDrawn="1"/>
        </p:nvSpPr>
        <p:spPr>
          <a:xfrm>
            <a:off x="609600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0" name="Text Placeholder 20">
            <a:extLst>
              <a:ext uri="{FF2B5EF4-FFF2-40B4-BE49-F238E27FC236}">
                <a16:creationId xmlns:a16="http://schemas.microsoft.com/office/drawing/2014/main" id="{B72BBEF3-610E-084B-8035-69D7E509C5AF}"/>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8" name="Rectangle 17">
            <a:extLst>
              <a:ext uri="{FF2B5EF4-FFF2-40B4-BE49-F238E27FC236}">
                <a16:creationId xmlns:a16="http://schemas.microsoft.com/office/drawing/2014/main" id="{504E145C-81F0-8344-8DEA-9501D7BD7159}"/>
              </a:ext>
            </a:extLst>
          </p:cNvPr>
          <p:cNvSpPr/>
          <p:nvPr userDrawn="1"/>
        </p:nvSpPr>
        <p:spPr>
          <a:xfrm>
            <a:off x="1" y="342900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0" name="Text Placeholder 20">
            <a:extLst>
              <a:ext uri="{FF2B5EF4-FFF2-40B4-BE49-F238E27FC236}">
                <a16:creationId xmlns:a16="http://schemas.microsoft.com/office/drawing/2014/main" id="{3E63EFE9-5010-3C45-ABA3-DB0AF79AC1EE}"/>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Tree>
    <p:extLst>
      <p:ext uri="{BB962C8B-B14F-4D97-AF65-F5344CB8AC3E}">
        <p14:creationId xmlns:p14="http://schemas.microsoft.com/office/powerpoint/2010/main" val="2231063454"/>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kstas_Keturios dalys">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04E145C-81F0-8344-8DEA-9501D7BD7159}"/>
              </a:ext>
            </a:extLst>
          </p:cNvPr>
          <p:cNvSpPr/>
          <p:nvPr userDrawn="1"/>
        </p:nvSpPr>
        <p:spPr>
          <a:xfrm>
            <a:off x="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9" name="Rectangle 8">
            <a:extLst>
              <a:ext uri="{FF2B5EF4-FFF2-40B4-BE49-F238E27FC236}">
                <a16:creationId xmlns:a16="http://schemas.microsoft.com/office/drawing/2014/main" id="{75224FEE-B2A5-5B45-808C-F0B694341654}"/>
              </a:ext>
            </a:extLst>
          </p:cNvPr>
          <p:cNvSpPr/>
          <p:nvPr userDrawn="1"/>
        </p:nvSpPr>
        <p:spPr>
          <a:xfrm>
            <a:off x="6096001" y="3428998"/>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0" name="Text Placeholder 20">
            <a:extLst>
              <a:ext uri="{FF2B5EF4-FFF2-40B4-BE49-F238E27FC236}">
                <a16:creationId xmlns:a16="http://schemas.microsoft.com/office/drawing/2014/main" id="{B72BBEF3-610E-084B-8035-69D7E509C5AF}"/>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20" name="Text Placeholder 20">
            <a:extLst>
              <a:ext uri="{FF2B5EF4-FFF2-40B4-BE49-F238E27FC236}">
                <a16:creationId xmlns:a16="http://schemas.microsoft.com/office/drawing/2014/main" id="{3E63EFE9-5010-3C45-ABA3-DB0AF79AC1EE}"/>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Tree>
    <p:extLst>
      <p:ext uri="{BB962C8B-B14F-4D97-AF65-F5344CB8AC3E}">
        <p14:creationId xmlns:p14="http://schemas.microsoft.com/office/powerpoint/2010/main" val="2392154649"/>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Tekstas_Keturios dalys">
    <p:bg>
      <p:bgPr>
        <a:solidFill>
          <a:schemeClr val="tx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CE84176-04FD-7E44-80FE-534E00AD682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ext Placeholder 20">
            <a:extLst>
              <a:ext uri="{FF2B5EF4-FFF2-40B4-BE49-F238E27FC236}">
                <a16:creationId xmlns:a16="http://schemas.microsoft.com/office/drawing/2014/main" id="{A2479587-0613-014A-907C-7A6BD40A26A3}"/>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9" name="Text Placeholder 20">
            <a:extLst>
              <a:ext uri="{FF2B5EF4-FFF2-40B4-BE49-F238E27FC236}">
                <a16:creationId xmlns:a16="http://schemas.microsoft.com/office/drawing/2014/main" id="{0FAD5EC6-4199-5C46-B4E6-5A8F47734253}"/>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0" name="Text Placeholder 20">
            <a:extLst>
              <a:ext uri="{FF2B5EF4-FFF2-40B4-BE49-F238E27FC236}">
                <a16:creationId xmlns:a16="http://schemas.microsoft.com/office/drawing/2014/main" id="{63654EC9-44A8-5048-83C2-2359A000B865}"/>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11" name="Text Placeholder 20">
            <a:extLst>
              <a:ext uri="{FF2B5EF4-FFF2-40B4-BE49-F238E27FC236}">
                <a16:creationId xmlns:a16="http://schemas.microsoft.com/office/drawing/2014/main" id="{87ED44B0-B49B-2E43-9448-B9CA2D9A13BF}"/>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Tree>
    <p:extLst>
      <p:ext uri="{BB962C8B-B14F-4D97-AF65-F5344CB8AC3E}">
        <p14:creationId xmlns:p14="http://schemas.microsoft.com/office/powerpoint/2010/main" val="7809782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Tekstas_Keturios dalys">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747910-06FD-4846-B37B-91A91EE5B3C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Text Placeholder 20">
            <a:extLst>
              <a:ext uri="{FF2B5EF4-FFF2-40B4-BE49-F238E27FC236}">
                <a16:creationId xmlns:a16="http://schemas.microsoft.com/office/drawing/2014/main" id="{719F9151-DC16-CE4F-9309-39250B29EAA0}"/>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5" name="Text Placeholder 20">
            <a:extLst>
              <a:ext uri="{FF2B5EF4-FFF2-40B4-BE49-F238E27FC236}">
                <a16:creationId xmlns:a16="http://schemas.microsoft.com/office/drawing/2014/main" id="{C502A480-02A7-4745-AB98-DBF617812510}"/>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6" name="Text Placeholder 20">
            <a:extLst>
              <a:ext uri="{FF2B5EF4-FFF2-40B4-BE49-F238E27FC236}">
                <a16:creationId xmlns:a16="http://schemas.microsoft.com/office/drawing/2014/main" id="{9DD59F3E-D979-E24A-8E0A-3B87A2DA64D7}"/>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
        <p:nvSpPr>
          <p:cNvPr id="7" name="Text Placeholder 20">
            <a:extLst>
              <a:ext uri="{FF2B5EF4-FFF2-40B4-BE49-F238E27FC236}">
                <a16:creationId xmlns:a16="http://schemas.microsoft.com/office/drawing/2014/main" id="{F8037D3B-F9E1-394A-A1A9-880049C2F5D7}"/>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a:t>Tekstas</a:t>
            </a:r>
          </a:p>
          <a:p>
            <a:pPr lvl="0"/>
            <a:r>
              <a:rPr lang="lt-LT"/>
              <a:t>antra eilutė</a:t>
            </a:r>
          </a:p>
        </p:txBody>
      </p:sp>
    </p:spTree>
    <p:extLst>
      <p:ext uri="{BB962C8B-B14F-4D97-AF65-F5344CB8AC3E}">
        <p14:creationId xmlns:p14="http://schemas.microsoft.com/office/powerpoint/2010/main" val="36147233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askutinė">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sp>
        <p:nvSpPr>
          <p:cNvPr id="15" name="Text Placeholder 7">
            <a:extLst>
              <a:ext uri="{FF2B5EF4-FFF2-40B4-BE49-F238E27FC236}">
                <a16:creationId xmlns:a16="http://schemas.microsoft.com/office/drawing/2014/main" id="{AD15DE3A-FC37-F54E-907A-A159B33E946B}"/>
              </a:ext>
            </a:extLst>
          </p:cNvPr>
          <p:cNvSpPr>
            <a:spLocks noGrp="1"/>
          </p:cNvSpPr>
          <p:nvPr>
            <p:ph type="body" sz="quarter" idx="11" hasCustomPrompt="1"/>
          </p:nvPr>
        </p:nvSpPr>
        <p:spPr>
          <a:xfrm>
            <a:off x="632355" y="2909230"/>
            <a:ext cx="8854531" cy="3534526"/>
          </a:xfrm>
          <a:prstGeom prst="rect">
            <a:avLst/>
          </a:prstGeom>
        </p:spPr>
        <p:txBody>
          <a:bodyPr anchor="b"/>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Q&amp;A</a:t>
            </a:r>
          </a:p>
        </p:txBody>
      </p:sp>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sp>
        <p:nvSpPr>
          <p:cNvPr id="3" name="Text Placeholder 2">
            <a:extLst>
              <a:ext uri="{FF2B5EF4-FFF2-40B4-BE49-F238E27FC236}">
                <a16:creationId xmlns:a16="http://schemas.microsoft.com/office/drawing/2014/main" id="{B1C7BC27-E701-EC4E-A29B-BA55A67673FA}"/>
              </a:ext>
            </a:extLst>
          </p:cNvPr>
          <p:cNvSpPr>
            <a:spLocks noGrp="1"/>
          </p:cNvSpPr>
          <p:nvPr>
            <p:ph type="body" sz="quarter" idx="12"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a:t>UŽ KIEKVIENOS TECHNOLOGIJOS – ŽMOGUS</a:t>
            </a:r>
            <a:endParaRPr lang="en-LT"/>
          </a:p>
        </p:txBody>
      </p:sp>
      <p:pic>
        <p:nvPicPr>
          <p:cNvPr id="4" name="Picture 3">
            <a:extLst>
              <a:ext uri="{FF2B5EF4-FFF2-40B4-BE49-F238E27FC236}">
                <a16:creationId xmlns:a16="http://schemas.microsoft.com/office/drawing/2014/main" id="{5B3236F9-E2AE-0F43-8E57-369CAB5520BE}"/>
              </a:ext>
            </a:extLst>
          </p:cNvPr>
          <p:cNvPicPr>
            <a:picLocks noChangeAspect="1"/>
          </p:cNvPicPr>
          <p:nvPr userDrawn="1"/>
        </p:nvPicPr>
        <p:blipFill rotWithShape="1">
          <a:blip r:embed="rId4"/>
          <a:srcRect t="3" r="14257" b="-238517"/>
          <a:stretch/>
        </p:blipFill>
        <p:spPr>
          <a:xfrm>
            <a:off x="0" y="958421"/>
            <a:ext cx="10453816" cy="128974"/>
          </a:xfrm>
          <a:prstGeom prst="rect">
            <a:avLst/>
          </a:prstGeom>
        </p:spPr>
      </p:pic>
      <p:pic>
        <p:nvPicPr>
          <p:cNvPr id="5" name="Picture 4">
            <a:extLst>
              <a:ext uri="{FF2B5EF4-FFF2-40B4-BE49-F238E27FC236}">
                <a16:creationId xmlns:a16="http://schemas.microsoft.com/office/drawing/2014/main" id="{5280B7D9-02D2-AC4C-8368-6F07A5A2E8F5}"/>
              </a:ext>
            </a:extLst>
          </p:cNvPr>
          <p:cNvPicPr>
            <a:picLocks noChangeAspect="1"/>
          </p:cNvPicPr>
          <p:nvPr userDrawn="1"/>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3490478921"/>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theme" Target="../theme/theme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700" r:id="rId14"/>
  </p:sldLayoutIdLst>
  <p:hf hdr="0" ftr="0" dt="0"/>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170109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alia.calneryte@ktu.lt" TargetMode="Externa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18.png"/><Relationship Id="rId7" Type="http://schemas.openxmlformats.org/officeDocument/2006/relationships/hyperlink" Target="https://www.pexels.com/photo/city-road-landscape-sky-5396081/" TargetMode="Externa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doi.org/10.3390/w14244114" TargetMode="External"/><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41.xml"/><Relationship Id="rId6" Type="http://schemas.openxmlformats.org/officeDocument/2006/relationships/hyperlink" Target="https://doi.org/10.1016/j.wavemoti.2020.102515" TargetMode="External"/><Relationship Id="rId11" Type="http://schemas.openxmlformats.org/officeDocument/2006/relationships/image" Target="../media/image35.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hyperlink" Target="https://doi.org/10.3390/ijgi11040246"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mailto:dalia.calneryte@ktu.lt" TargetMode="Externa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9.xml"/><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9.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9.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hyperlink" Target="https://data.nasa.gov/dataset/Multivariate-Time-Series-Search/mrcc-b53g" TargetMode="External"/><Relationship Id="rId2" Type="http://schemas.openxmlformats.org/officeDocument/2006/relationships/image" Target="../media/image51.png"/><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9.xml"/><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9.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39.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39.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39.xml"/><Relationship Id="rId4" Type="http://schemas.openxmlformats.org/officeDocument/2006/relationships/image" Target="../media/image77.png"/></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4474FF-A044-5A13-D79A-BB653B2EE6D3}"/>
              </a:ext>
            </a:extLst>
          </p:cNvPr>
          <p:cNvSpPr>
            <a:spLocks noGrp="1"/>
          </p:cNvSpPr>
          <p:nvPr>
            <p:ph type="body" sz="quarter" idx="10"/>
          </p:nvPr>
        </p:nvSpPr>
        <p:spPr/>
        <p:txBody>
          <a:bodyPr/>
          <a:lstStyle/>
          <a:p>
            <a:r>
              <a:rPr lang="lt-LT" dirty="0" err="1"/>
              <a:t>Assoc</a:t>
            </a:r>
            <a:r>
              <a:rPr lang="lt-LT" dirty="0"/>
              <a:t>. prof. dr. </a:t>
            </a:r>
            <a:r>
              <a:rPr lang="en-US" dirty="0"/>
              <a:t>Dalia </a:t>
            </a:r>
            <a:r>
              <a:rPr lang="lt-LT" dirty="0"/>
              <a:t>Čalnerytė</a:t>
            </a:r>
            <a:br>
              <a:rPr lang="lt-LT" dirty="0"/>
            </a:br>
            <a:r>
              <a:rPr lang="lt-LT" dirty="0" err="1">
                <a:hlinkClick r:id="rId2"/>
              </a:rPr>
              <a:t>dalia.calneryte</a:t>
            </a:r>
            <a:r>
              <a:rPr lang="en-US" dirty="0">
                <a:hlinkClick r:id="rId2"/>
              </a:rPr>
              <a:t>@ktu.lt</a:t>
            </a:r>
            <a:r>
              <a:rPr lang="en-US" dirty="0"/>
              <a:t> </a:t>
            </a:r>
          </a:p>
        </p:txBody>
      </p:sp>
      <p:sp>
        <p:nvSpPr>
          <p:cNvPr id="3" name="Text Placeholder 2">
            <a:extLst>
              <a:ext uri="{FF2B5EF4-FFF2-40B4-BE49-F238E27FC236}">
                <a16:creationId xmlns:a16="http://schemas.microsoft.com/office/drawing/2014/main" id="{F9B0E332-7139-0C99-2D4E-67AB7D47FAE4}"/>
              </a:ext>
            </a:extLst>
          </p:cNvPr>
          <p:cNvSpPr>
            <a:spLocks noGrp="1"/>
          </p:cNvSpPr>
          <p:nvPr>
            <p:ph type="body" sz="quarter" idx="11"/>
          </p:nvPr>
        </p:nvSpPr>
        <p:spPr/>
        <p:txBody>
          <a:bodyPr/>
          <a:lstStyle/>
          <a:p>
            <a:r>
              <a:rPr lang="lt-LT" dirty="0"/>
              <a:t>Kaunas University</a:t>
            </a:r>
            <a:r>
              <a:rPr lang="en-US" dirty="0"/>
              <a:t> of Technology (KTU)</a:t>
            </a:r>
          </a:p>
        </p:txBody>
      </p:sp>
      <p:sp>
        <p:nvSpPr>
          <p:cNvPr id="4" name="Text Placeholder 3">
            <a:extLst>
              <a:ext uri="{FF2B5EF4-FFF2-40B4-BE49-F238E27FC236}">
                <a16:creationId xmlns:a16="http://schemas.microsoft.com/office/drawing/2014/main" id="{B0C117C2-9AC1-AAE2-170B-F97572176612}"/>
              </a:ext>
            </a:extLst>
          </p:cNvPr>
          <p:cNvSpPr>
            <a:spLocks noGrp="1"/>
          </p:cNvSpPr>
          <p:nvPr>
            <p:ph type="body" sz="quarter" idx="12"/>
          </p:nvPr>
        </p:nvSpPr>
        <p:spPr/>
        <p:txBody>
          <a:bodyPr/>
          <a:lstStyle/>
          <a:p>
            <a:r>
              <a:rPr lang="lt-LT" dirty="0"/>
              <a:t>HUMAN SIDE OF TECHNOLOGY</a:t>
            </a:r>
            <a:endParaRPr lang="en-US" dirty="0"/>
          </a:p>
        </p:txBody>
      </p:sp>
    </p:spTree>
    <p:extLst>
      <p:ext uri="{BB962C8B-B14F-4D97-AF65-F5344CB8AC3E}">
        <p14:creationId xmlns:p14="http://schemas.microsoft.com/office/powerpoint/2010/main" val="378937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28105B-0960-F76C-B1C2-5760A6E8DADC}"/>
              </a:ext>
            </a:extLst>
          </p:cNvPr>
          <p:cNvSpPr>
            <a:spLocks noGrp="1"/>
          </p:cNvSpPr>
          <p:nvPr>
            <p:ph type="body" sz="quarter" idx="11"/>
          </p:nvPr>
        </p:nvSpPr>
        <p:spPr/>
        <p:txBody>
          <a:bodyPr/>
          <a:lstStyle/>
          <a:p>
            <a:endParaRPr lang="en-US"/>
          </a:p>
        </p:txBody>
      </p:sp>
      <p:pic>
        <p:nvPicPr>
          <p:cNvPr id="5" name="Picture 4">
            <a:extLst>
              <a:ext uri="{FF2B5EF4-FFF2-40B4-BE49-F238E27FC236}">
                <a16:creationId xmlns:a16="http://schemas.microsoft.com/office/drawing/2014/main" id="{D3BDD557-3A60-CDC2-BC7F-D49807E2B7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379" y="1720098"/>
            <a:ext cx="2545890" cy="238239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41563A67-C821-E6C3-DDBB-D6D393913727}"/>
              </a:ext>
            </a:extLst>
          </p:cNvPr>
          <p:cNvPicPr>
            <a:picLocks noChangeAspect="1"/>
          </p:cNvPicPr>
          <p:nvPr/>
        </p:nvPicPr>
        <p:blipFill rotWithShape="1">
          <a:blip r:embed="rId4">
            <a:extLst>
              <a:ext uri="{28A0092B-C50C-407E-A947-70E740481C1C}">
                <a14:useLocalDpi xmlns:a14="http://schemas.microsoft.com/office/drawing/2010/main" val="0"/>
              </a:ext>
            </a:extLst>
          </a:blip>
          <a:srcRect l="20962" r="7185" b="20710"/>
          <a:stretch/>
        </p:blipFill>
        <p:spPr>
          <a:xfrm>
            <a:off x="3537843" y="1720098"/>
            <a:ext cx="2558157" cy="2031940"/>
          </a:xfrm>
          <a:prstGeom prst="rect">
            <a:avLst/>
          </a:prstGeom>
        </p:spPr>
      </p:pic>
      <p:cxnSp>
        <p:nvCxnSpPr>
          <p:cNvPr id="7" name="Straight Arrow Connector 6">
            <a:extLst>
              <a:ext uri="{FF2B5EF4-FFF2-40B4-BE49-F238E27FC236}">
                <a16:creationId xmlns:a16="http://schemas.microsoft.com/office/drawing/2014/main" id="{CF57E092-F9E2-64E8-B652-8B5B26A4844A}"/>
              </a:ext>
            </a:extLst>
          </p:cNvPr>
          <p:cNvCxnSpPr>
            <a:cxnSpLocks/>
          </p:cNvCxnSpPr>
          <p:nvPr/>
        </p:nvCxnSpPr>
        <p:spPr>
          <a:xfrm flipH="1" flipV="1">
            <a:off x="2388696" y="2751856"/>
            <a:ext cx="1149147" cy="8827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01C62E-71AC-623B-B7A2-49CDE42A41FD}"/>
              </a:ext>
            </a:extLst>
          </p:cNvPr>
          <p:cNvSpPr txBox="1"/>
          <p:nvPr/>
        </p:nvSpPr>
        <p:spPr>
          <a:xfrm>
            <a:off x="7335748" y="5357781"/>
            <a:ext cx="3190297" cy="830997"/>
          </a:xfrm>
          <a:prstGeom prst="rect">
            <a:avLst/>
          </a:prstGeom>
          <a:noFill/>
        </p:spPr>
        <p:txBody>
          <a:bodyPr wrap="none" rtlCol="0">
            <a:spAutoFit/>
          </a:bodyPr>
          <a:lstStyle/>
          <a:p>
            <a:r>
              <a:rPr lang="lt-LT" sz="1600" b="1" u="sng" dirty="0">
                <a:solidFill>
                  <a:srgbClr val="002060"/>
                </a:solidFill>
                <a:latin typeface="Arial "/>
              </a:rPr>
              <a:t>KAUNAS</a:t>
            </a:r>
          </a:p>
          <a:p>
            <a:pPr marL="285750" indent="-285750">
              <a:buFont typeface="Arial" panose="020B0604020202020204" pitchFamily="34" charset="0"/>
              <a:buChar char="•"/>
            </a:pPr>
            <a:r>
              <a:rPr lang="en-US" sz="1600" b="1" dirty="0">
                <a:solidFill>
                  <a:srgbClr val="002060"/>
                </a:solidFill>
                <a:latin typeface="Arial "/>
              </a:rPr>
              <a:t>Population: ~</a:t>
            </a:r>
            <a:r>
              <a:rPr lang="lt-LT" sz="1600" b="1" dirty="0">
                <a:solidFill>
                  <a:srgbClr val="002060"/>
                </a:solidFill>
                <a:latin typeface="Arial "/>
              </a:rPr>
              <a:t>300K</a:t>
            </a:r>
          </a:p>
          <a:p>
            <a:pPr marL="285750" indent="-285750">
              <a:buFont typeface="Arial" panose="020B0604020202020204" pitchFamily="34" charset="0"/>
              <a:buChar char="•"/>
            </a:pPr>
            <a:r>
              <a:rPr lang="lt-LT" sz="1600" b="1" dirty="0">
                <a:solidFill>
                  <a:srgbClr val="002060"/>
                </a:solidFill>
                <a:latin typeface="Arial "/>
              </a:rPr>
              <a:t>2nd </a:t>
            </a:r>
            <a:r>
              <a:rPr lang="lt-LT" sz="1600" b="1" dirty="0" err="1">
                <a:solidFill>
                  <a:srgbClr val="002060"/>
                </a:solidFill>
                <a:latin typeface="Arial "/>
              </a:rPr>
              <a:t>largest</a:t>
            </a:r>
            <a:r>
              <a:rPr lang="lt-LT" sz="1600" b="1" dirty="0">
                <a:solidFill>
                  <a:srgbClr val="002060"/>
                </a:solidFill>
                <a:latin typeface="Arial "/>
              </a:rPr>
              <a:t> </a:t>
            </a:r>
            <a:r>
              <a:rPr lang="lt-LT" sz="1600" b="1" dirty="0" err="1">
                <a:solidFill>
                  <a:srgbClr val="002060"/>
                </a:solidFill>
                <a:latin typeface="Arial "/>
              </a:rPr>
              <a:t>city</a:t>
            </a:r>
            <a:r>
              <a:rPr lang="lt-LT" sz="1600" b="1" dirty="0">
                <a:solidFill>
                  <a:srgbClr val="002060"/>
                </a:solidFill>
                <a:latin typeface="Arial "/>
              </a:rPr>
              <a:t> </a:t>
            </a:r>
            <a:r>
              <a:rPr lang="lt-LT" sz="1600" b="1" dirty="0" err="1">
                <a:solidFill>
                  <a:srgbClr val="002060"/>
                </a:solidFill>
                <a:latin typeface="Arial "/>
              </a:rPr>
              <a:t>in</a:t>
            </a:r>
            <a:r>
              <a:rPr lang="lt-LT" sz="1600" b="1" dirty="0">
                <a:solidFill>
                  <a:srgbClr val="002060"/>
                </a:solidFill>
                <a:latin typeface="Arial "/>
              </a:rPr>
              <a:t> Lithuania</a:t>
            </a:r>
            <a:endParaRPr lang="en-US" sz="1600" b="1" dirty="0">
              <a:solidFill>
                <a:srgbClr val="002060"/>
              </a:solidFill>
              <a:latin typeface="Arial "/>
            </a:endParaRPr>
          </a:p>
        </p:txBody>
      </p:sp>
      <p:pic>
        <p:nvPicPr>
          <p:cNvPr id="9" name="Graphic 8">
            <a:extLst>
              <a:ext uri="{FF2B5EF4-FFF2-40B4-BE49-F238E27FC236}">
                <a16:creationId xmlns:a16="http://schemas.microsoft.com/office/drawing/2014/main" id="{C3D46BDE-557F-8E0D-1F07-EF4ADF1737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4822" y="1895178"/>
            <a:ext cx="1101090" cy="1321309"/>
          </a:xfrm>
          <a:prstGeom prst="rect">
            <a:avLst/>
          </a:prstGeom>
        </p:spPr>
      </p:pic>
      <p:grpSp>
        <p:nvGrpSpPr>
          <p:cNvPr id="10" name="Group 9">
            <a:extLst>
              <a:ext uri="{FF2B5EF4-FFF2-40B4-BE49-F238E27FC236}">
                <a16:creationId xmlns:a16="http://schemas.microsoft.com/office/drawing/2014/main" id="{EEADF093-A2FA-72CF-0FF6-C6F9E35ACCA1}"/>
              </a:ext>
            </a:extLst>
          </p:cNvPr>
          <p:cNvGrpSpPr/>
          <p:nvPr/>
        </p:nvGrpSpPr>
        <p:grpSpPr>
          <a:xfrm>
            <a:off x="7335748" y="1843065"/>
            <a:ext cx="2467556" cy="3407843"/>
            <a:chOff x="8223913" y="2579507"/>
            <a:chExt cx="2467556" cy="3407843"/>
          </a:xfrm>
        </p:grpSpPr>
        <p:sp>
          <p:nvSpPr>
            <p:cNvPr id="11" name="TextBox 10">
              <a:extLst>
                <a:ext uri="{FF2B5EF4-FFF2-40B4-BE49-F238E27FC236}">
                  <a16:creationId xmlns:a16="http://schemas.microsoft.com/office/drawing/2014/main" id="{6530B9BA-176E-0A37-2F60-55E999CC1A76}"/>
                </a:ext>
              </a:extLst>
            </p:cNvPr>
            <p:cNvSpPr txBox="1"/>
            <p:nvPr/>
          </p:nvSpPr>
          <p:spPr>
            <a:xfrm>
              <a:off x="9103361" y="5771906"/>
              <a:ext cx="1588108" cy="215444"/>
            </a:xfrm>
            <a:prstGeom prst="rect">
              <a:avLst/>
            </a:prstGeom>
            <a:noFill/>
          </p:spPr>
          <p:txBody>
            <a:bodyPr wrap="square">
              <a:spAutoFit/>
            </a:bodyPr>
            <a:lstStyle/>
            <a:p>
              <a:r>
                <a:rPr lang="pl-PL" sz="800" b="0" i="0" dirty="0">
                  <a:solidFill>
                    <a:srgbClr val="000000"/>
                  </a:solidFill>
                  <a:effectLst/>
                  <a:latin typeface="PlusJakartaSans"/>
                </a:rPr>
                <a:t>Photo by </a:t>
              </a:r>
              <a:r>
                <a:rPr lang="pl-PL" sz="800" b="0" i="0" dirty="0" err="1">
                  <a:solidFill>
                    <a:srgbClr val="000000"/>
                  </a:solidFill>
                  <a:effectLst/>
                  <a:latin typeface="PlusJakartaSans"/>
                </a:rPr>
                <a:t>Misael</a:t>
              </a:r>
              <a:r>
                <a:rPr lang="pl-PL" sz="800" b="0" i="0" dirty="0">
                  <a:solidFill>
                    <a:srgbClr val="000000"/>
                  </a:solidFill>
                  <a:effectLst/>
                  <a:latin typeface="PlusJakartaSans"/>
                </a:rPr>
                <a:t> </a:t>
              </a:r>
              <a:r>
                <a:rPr lang="pl-PL" sz="800" b="0" i="0" dirty="0" err="1">
                  <a:solidFill>
                    <a:srgbClr val="000000"/>
                  </a:solidFill>
                  <a:effectLst/>
                  <a:latin typeface="PlusJakartaSans"/>
                </a:rPr>
                <a:t>Silvera</a:t>
              </a:r>
              <a:r>
                <a:rPr lang="lt-LT" sz="800" dirty="0">
                  <a:solidFill>
                    <a:srgbClr val="000000"/>
                  </a:solidFill>
                  <a:latin typeface="PlusJakartaSans"/>
                </a:rPr>
                <a:t> on </a:t>
              </a:r>
              <a:r>
                <a:rPr lang="lt-LT" sz="800" dirty="0" err="1">
                  <a:solidFill>
                    <a:srgbClr val="000000"/>
                  </a:solidFill>
                  <a:latin typeface="PlusJakartaSans"/>
                  <a:hlinkClick r:id="rId7"/>
                </a:rPr>
                <a:t>Pexels</a:t>
              </a:r>
              <a:endParaRPr lang="en-US" sz="800" dirty="0"/>
            </a:p>
          </p:txBody>
        </p:sp>
        <p:pic>
          <p:nvPicPr>
            <p:cNvPr id="12" name="Picture 11" descr="A bridge over a river&#10;&#10;Description automatically generated with low confidence">
              <a:extLst>
                <a:ext uri="{FF2B5EF4-FFF2-40B4-BE49-F238E27FC236}">
                  <a16:creationId xmlns:a16="http://schemas.microsoft.com/office/drawing/2014/main" id="{4B8990C2-B10B-6A01-C6CD-26E3B1370580}"/>
                </a:ext>
              </a:extLst>
            </p:cNvPr>
            <p:cNvPicPr>
              <a:picLocks noChangeAspect="1"/>
            </p:cNvPicPr>
            <p:nvPr/>
          </p:nvPicPr>
          <p:blipFill>
            <a:blip r:embed="rId8"/>
            <a:stretch>
              <a:fillRect/>
            </a:stretch>
          </p:blipFill>
          <p:spPr>
            <a:xfrm>
              <a:off x="8223913" y="2579507"/>
              <a:ext cx="2467555" cy="31923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13" name="TextBox 12">
            <a:extLst>
              <a:ext uri="{FF2B5EF4-FFF2-40B4-BE49-F238E27FC236}">
                <a16:creationId xmlns:a16="http://schemas.microsoft.com/office/drawing/2014/main" id="{2189BFE3-53A7-5234-8CA3-0107E98D5F0B}"/>
              </a:ext>
            </a:extLst>
          </p:cNvPr>
          <p:cNvSpPr txBox="1"/>
          <p:nvPr/>
        </p:nvSpPr>
        <p:spPr>
          <a:xfrm>
            <a:off x="3709309" y="4835409"/>
            <a:ext cx="2545890" cy="1077218"/>
          </a:xfrm>
          <a:prstGeom prst="rect">
            <a:avLst/>
          </a:prstGeom>
          <a:noFill/>
        </p:spPr>
        <p:txBody>
          <a:bodyPr wrap="none" rtlCol="0">
            <a:spAutoFit/>
          </a:bodyPr>
          <a:lstStyle/>
          <a:p>
            <a:r>
              <a:rPr lang="lt-LT" sz="1600" b="1" u="sng" dirty="0">
                <a:solidFill>
                  <a:srgbClr val="002060"/>
                </a:solidFill>
                <a:latin typeface="Arial "/>
              </a:rPr>
              <a:t>LITHUANIA</a:t>
            </a:r>
          </a:p>
          <a:p>
            <a:pPr marL="285750" indent="-285750">
              <a:buFont typeface="Arial" panose="020B0604020202020204" pitchFamily="34" charset="0"/>
              <a:buChar char="•"/>
            </a:pPr>
            <a:r>
              <a:rPr lang="en-US" sz="1600" b="1" dirty="0">
                <a:solidFill>
                  <a:srgbClr val="002060"/>
                </a:solidFill>
                <a:latin typeface="Arial "/>
              </a:rPr>
              <a:t>Capital: Vilnius</a:t>
            </a:r>
          </a:p>
          <a:p>
            <a:pPr marL="285750" indent="-285750">
              <a:buFont typeface="Arial" panose="020B0604020202020204" pitchFamily="34" charset="0"/>
              <a:buChar char="•"/>
            </a:pPr>
            <a:r>
              <a:rPr lang="en-US" sz="1600" b="1" dirty="0">
                <a:solidFill>
                  <a:srgbClr val="002060"/>
                </a:solidFill>
                <a:latin typeface="Arial "/>
              </a:rPr>
              <a:t>Population: ~2.8 </a:t>
            </a:r>
            <a:r>
              <a:rPr lang="en-US" sz="1600" b="1" dirty="0" err="1">
                <a:solidFill>
                  <a:srgbClr val="002060"/>
                </a:solidFill>
                <a:latin typeface="Arial "/>
              </a:rPr>
              <a:t>mln</a:t>
            </a:r>
            <a:r>
              <a:rPr lang="en-US" sz="1600" b="1" dirty="0">
                <a:solidFill>
                  <a:srgbClr val="002060"/>
                </a:solidFill>
                <a:latin typeface="Arial "/>
              </a:rPr>
              <a:t>.</a:t>
            </a:r>
          </a:p>
          <a:p>
            <a:pPr marL="285750" indent="-285750">
              <a:buFont typeface="Arial" panose="020B0604020202020204" pitchFamily="34" charset="0"/>
              <a:buChar char="•"/>
            </a:pPr>
            <a:r>
              <a:rPr lang="en-US" sz="1600" b="1" dirty="0">
                <a:solidFill>
                  <a:srgbClr val="002060"/>
                </a:solidFill>
                <a:latin typeface="Arial "/>
              </a:rPr>
              <a:t>Area: 65 300 km</a:t>
            </a:r>
            <a:r>
              <a:rPr lang="en-US" sz="1600" b="1" baseline="30000" dirty="0">
                <a:solidFill>
                  <a:srgbClr val="002060"/>
                </a:solidFill>
                <a:latin typeface="Arial "/>
              </a:rPr>
              <a:t>2</a:t>
            </a:r>
          </a:p>
        </p:txBody>
      </p:sp>
      <p:pic>
        <p:nvPicPr>
          <p:cNvPr id="14" name="Picture 13">
            <a:extLst>
              <a:ext uri="{FF2B5EF4-FFF2-40B4-BE49-F238E27FC236}">
                <a16:creationId xmlns:a16="http://schemas.microsoft.com/office/drawing/2014/main" id="{8925A881-9F1F-D48C-7D99-730D09747C1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12495" y="4061869"/>
            <a:ext cx="1102721" cy="661202"/>
          </a:xfrm>
          <a:prstGeom prst="rect">
            <a:avLst/>
          </a:prstGeom>
        </p:spPr>
      </p:pic>
      <p:pic>
        <p:nvPicPr>
          <p:cNvPr id="1026" name="Picture 2">
            <a:extLst>
              <a:ext uri="{FF2B5EF4-FFF2-40B4-BE49-F238E27FC236}">
                <a16:creationId xmlns:a16="http://schemas.microsoft.com/office/drawing/2014/main" id="{86FD7ABB-6DEB-76E6-F8FB-D48E2AE127E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1442" y="4061869"/>
            <a:ext cx="837758" cy="955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43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C81ECD-F75B-3E67-5BE7-B55D8470332B}"/>
              </a:ext>
            </a:extLst>
          </p:cNvPr>
          <p:cNvSpPr>
            <a:spLocks noGrp="1"/>
          </p:cNvSpPr>
          <p:nvPr>
            <p:ph type="body" sz="quarter" idx="11"/>
          </p:nvPr>
        </p:nvSpPr>
        <p:spPr/>
        <p:txBody>
          <a:bodyPr/>
          <a:lstStyle/>
          <a:p>
            <a:r>
              <a:rPr lang="lt-LT" dirty="0"/>
              <a:t>Kaunas University </a:t>
            </a:r>
            <a:r>
              <a:rPr lang="lt-LT" dirty="0" err="1"/>
              <a:t>of</a:t>
            </a:r>
            <a:r>
              <a:rPr lang="lt-LT" dirty="0"/>
              <a:t> </a:t>
            </a:r>
            <a:r>
              <a:rPr lang="lt-LT" dirty="0" err="1"/>
              <a:t>Technology</a:t>
            </a:r>
            <a:r>
              <a:rPr lang="lt-LT" dirty="0"/>
              <a:t> </a:t>
            </a:r>
            <a:endParaRPr lang="en-US" dirty="0"/>
          </a:p>
        </p:txBody>
      </p:sp>
      <p:pic>
        <p:nvPicPr>
          <p:cNvPr id="3" name="Picture 2">
            <a:extLst>
              <a:ext uri="{FF2B5EF4-FFF2-40B4-BE49-F238E27FC236}">
                <a16:creationId xmlns:a16="http://schemas.microsoft.com/office/drawing/2014/main" id="{E7AD60EB-C31A-4C1E-A56A-4833FB9A6D7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28560" y="1817584"/>
            <a:ext cx="3880144" cy="2586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C99A3110-2F13-2736-2C0A-3FBA48C3C70E}"/>
              </a:ext>
            </a:extLst>
          </p:cNvPr>
          <p:cNvSpPr txBox="1"/>
          <p:nvPr/>
        </p:nvSpPr>
        <p:spPr>
          <a:xfrm>
            <a:off x="500012" y="1845246"/>
            <a:ext cx="6884571" cy="923330"/>
          </a:xfrm>
          <a:prstGeom prst="rect">
            <a:avLst/>
          </a:prstGeom>
          <a:noFill/>
        </p:spPr>
        <p:txBody>
          <a:bodyPr wrap="square">
            <a:spAutoFit/>
          </a:bodyPr>
          <a:lstStyle/>
          <a:p>
            <a:pPr marL="0" indent="0">
              <a:spcBef>
                <a:spcPts val="0"/>
              </a:spcBef>
              <a:buNone/>
            </a:pPr>
            <a:r>
              <a:rPr lang="lt-LT" sz="1800" b="1" dirty="0">
                <a:solidFill>
                  <a:srgbClr val="002060"/>
                </a:solidFill>
              </a:rPr>
              <a:t>KTU </a:t>
            </a:r>
            <a:r>
              <a:rPr lang="en-US" sz="1800" b="1" dirty="0">
                <a:solidFill>
                  <a:srgbClr val="002060"/>
                </a:solidFill>
              </a:rPr>
              <a:t>is one </a:t>
            </a:r>
            <a:r>
              <a:rPr lang="lt-LT" sz="1800" b="1" dirty="0" err="1">
                <a:solidFill>
                  <a:srgbClr val="002060"/>
                </a:solidFill>
              </a:rPr>
              <a:t>of</a:t>
            </a:r>
            <a:r>
              <a:rPr lang="lt-LT" sz="1800" b="1" dirty="0">
                <a:solidFill>
                  <a:srgbClr val="002060"/>
                </a:solidFill>
              </a:rPr>
              <a:t> </a:t>
            </a:r>
            <a:r>
              <a:rPr lang="en-US" sz="1800" b="1" dirty="0">
                <a:solidFill>
                  <a:srgbClr val="002060"/>
                </a:solidFill>
              </a:rPr>
              <a:t>the largest</a:t>
            </a:r>
            <a:r>
              <a:rPr lang="lt-LT" sz="1800" b="1" dirty="0">
                <a:solidFill>
                  <a:srgbClr val="002060"/>
                </a:solidFill>
              </a:rPr>
              <a:t> </a:t>
            </a:r>
            <a:r>
              <a:rPr lang="en-US" sz="1800" b="1" dirty="0">
                <a:solidFill>
                  <a:srgbClr val="002060"/>
                </a:solidFill>
              </a:rPr>
              <a:t>technological universities</a:t>
            </a:r>
            <a:r>
              <a:rPr lang="lt-LT" sz="1800" b="1" dirty="0">
                <a:solidFill>
                  <a:srgbClr val="002060"/>
                </a:solidFill>
              </a:rPr>
              <a:t> </a:t>
            </a:r>
            <a:r>
              <a:rPr lang="en-US" sz="1800" b="1" dirty="0">
                <a:solidFill>
                  <a:srgbClr val="002060"/>
                </a:solidFill>
              </a:rPr>
              <a:t>in the Baltic region</a:t>
            </a:r>
            <a:r>
              <a:rPr lang="lt-LT" sz="1800" b="1" dirty="0">
                <a:solidFill>
                  <a:srgbClr val="002060"/>
                </a:solidFill>
              </a:rPr>
              <a:t> </a:t>
            </a:r>
            <a:r>
              <a:rPr lang="lt-LT" sz="1800" dirty="0">
                <a:solidFill>
                  <a:srgbClr val="002060"/>
                </a:solidFill>
              </a:rPr>
              <a:t>(&gt;7K </a:t>
            </a:r>
            <a:r>
              <a:rPr lang="lt-LT" sz="1800" dirty="0" err="1">
                <a:solidFill>
                  <a:srgbClr val="002060"/>
                </a:solidFill>
              </a:rPr>
              <a:t>students</a:t>
            </a:r>
            <a:r>
              <a:rPr lang="lt-LT" sz="1800" dirty="0">
                <a:solidFill>
                  <a:srgbClr val="002060"/>
                </a:solidFill>
              </a:rPr>
              <a:t>, ~11</a:t>
            </a:r>
            <a:r>
              <a:rPr lang="en-US" sz="1800" dirty="0">
                <a:solidFill>
                  <a:srgbClr val="002060"/>
                </a:solidFill>
              </a:rPr>
              <a:t>% foreign students, </a:t>
            </a:r>
            <a:r>
              <a:rPr lang="lt-LT" dirty="0">
                <a:solidFill>
                  <a:srgbClr val="002060"/>
                </a:solidFill>
              </a:rPr>
              <a:t>&gt;100 </a:t>
            </a:r>
            <a:r>
              <a:rPr lang="en-US" sz="1800" dirty="0">
                <a:solidFill>
                  <a:srgbClr val="002060"/>
                </a:solidFill>
              </a:rPr>
              <a:t>study </a:t>
            </a:r>
            <a:r>
              <a:rPr lang="en-US" sz="1800" dirty="0" err="1">
                <a:solidFill>
                  <a:srgbClr val="002060"/>
                </a:solidFill>
              </a:rPr>
              <a:t>programmes</a:t>
            </a:r>
            <a:r>
              <a:rPr lang="en-US" dirty="0">
                <a:solidFill>
                  <a:srgbClr val="002060"/>
                </a:solidFill>
              </a:rPr>
              <a:t> (~50/~56/~20), ~1800 employees)</a:t>
            </a:r>
            <a:endParaRPr lang="en-US" sz="1800" dirty="0">
              <a:solidFill>
                <a:srgbClr val="002060"/>
              </a:solidFill>
            </a:endParaRPr>
          </a:p>
        </p:txBody>
      </p:sp>
      <p:sp>
        <p:nvSpPr>
          <p:cNvPr id="23" name="Oval 22">
            <a:extLst>
              <a:ext uri="{FF2B5EF4-FFF2-40B4-BE49-F238E27FC236}">
                <a16:creationId xmlns:a16="http://schemas.microsoft.com/office/drawing/2014/main" id="{7AEF1473-8483-4F92-BD30-C45C92A39759}"/>
              </a:ext>
            </a:extLst>
          </p:cNvPr>
          <p:cNvSpPr/>
          <p:nvPr/>
        </p:nvSpPr>
        <p:spPr>
          <a:xfrm>
            <a:off x="4236788" y="2819934"/>
            <a:ext cx="1239207" cy="1239207"/>
          </a:xfrm>
          <a:prstGeom prst="ellipse">
            <a:avLst/>
          </a:prstGeom>
          <a:solidFill>
            <a:srgbClr val="CAB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ADED0"/>
              </a:solidFill>
            </a:endParaRPr>
          </a:p>
        </p:txBody>
      </p:sp>
      <p:sp>
        <p:nvSpPr>
          <p:cNvPr id="26" name="Oval 25">
            <a:extLst>
              <a:ext uri="{FF2B5EF4-FFF2-40B4-BE49-F238E27FC236}">
                <a16:creationId xmlns:a16="http://schemas.microsoft.com/office/drawing/2014/main" id="{EEC523B8-037C-3DB2-092E-DDBEA3C453B5}"/>
              </a:ext>
            </a:extLst>
          </p:cNvPr>
          <p:cNvSpPr/>
          <p:nvPr/>
        </p:nvSpPr>
        <p:spPr>
          <a:xfrm>
            <a:off x="813149" y="2814669"/>
            <a:ext cx="1228662" cy="1228662"/>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58EBD17-5F74-1B32-DDB4-89271F1701A0}"/>
              </a:ext>
            </a:extLst>
          </p:cNvPr>
          <p:cNvSpPr txBox="1"/>
          <p:nvPr/>
        </p:nvSpPr>
        <p:spPr>
          <a:xfrm>
            <a:off x="167989" y="4404346"/>
            <a:ext cx="4068799" cy="2295693"/>
          </a:xfrm>
          <a:prstGeom prst="rect">
            <a:avLst/>
          </a:prstGeom>
        </p:spPr>
        <p:txBody>
          <a:bodyPr wrap="square" rtlCol="0">
            <a:spAutoFit/>
          </a:bodyPr>
          <a:lstStyle/>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Biomedical Engineering Institute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Food Institute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Institute of Architecture and Construction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Institute of Environmental Engineering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Institute of Materials Science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Institute of Mechatronics </a:t>
            </a:r>
          </a:p>
          <a:p>
            <a:pPr marL="28440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Prof. </a:t>
            </a:r>
            <a:r>
              <a:rPr kumimoji="0" lang="en-US" sz="1300" i="0" u="none" strike="noStrike" kern="1200" cap="none" spc="0" normalizeH="0" baseline="0" noProof="0" dirty="0" err="1">
                <a:ln>
                  <a:noFill/>
                </a:ln>
                <a:solidFill>
                  <a:srgbClr val="002060"/>
                </a:solidFill>
                <a:effectLst/>
                <a:uLnTx/>
                <a:uFillTx/>
                <a:latin typeface="Arial"/>
                <a:ea typeface="小塚ゴシック Pr6N M"/>
                <a:cs typeface="Arial"/>
              </a:rPr>
              <a:t>Kazimieras</a:t>
            </a: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 </a:t>
            </a:r>
            <a:r>
              <a:rPr kumimoji="0" lang="en-US" sz="1300" i="0" u="none" strike="noStrike" kern="1200" cap="none" spc="0" normalizeH="0" baseline="0" noProof="0" dirty="0" err="1">
                <a:ln>
                  <a:noFill/>
                </a:ln>
                <a:solidFill>
                  <a:srgbClr val="002060"/>
                </a:solidFill>
                <a:effectLst/>
                <a:uLnTx/>
                <a:uFillTx/>
                <a:latin typeface="Arial"/>
                <a:ea typeface="小塚ゴシック Pr6N M"/>
                <a:cs typeface="Arial"/>
              </a:rPr>
              <a:t>Baršauskas</a:t>
            </a: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 Ultrasound</a:t>
            </a:r>
            <a:r>
              <a:rPr kumimoji="0" lang="en-US" sz="1300" i="0" u="none" strike="noStrike" kern="1200" cap="none" spc="0" normalizeH="0" noProof="0" dirty="0">
                <a:ln>
                  <a:noFill/>
                </a:ln>
                <a:solidFill>
                  <a:srgbClr val="002060"/>
                </a:solidFill>
                <a:effectLst/>
                <a:uLnTx/>
                <a:uFillTx/>
                <a:latin typeface="Arial"/>
                <a:ea typeface="小塚ゴシック Pr6N M"/>
                <a:cs typeface="Arial"/>
              </a:rPr>
              <a:t>    </a:t>
            </a: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Research Institute</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lt-LT" sz="1300" i="0" u="none" strike="noStrike" kern="1200" cap="none" spc="0" normalizeH="0" baseline="0" noProof="0" dirty="0" err="1">
                <a:ln>
                  <a:noFill/>
                </a:ln>
                <a:solidFill>
                  <a:srgbClr val="002060"/>
                </a:solidFill>
                <a:effectLst/>
                <a:uLnTx/>
                <a:uFillTx/>
                <a:latin typeface="Arial"/>
                <a:ea typeface="小塚ゴシック Pr6N M"/>
                <a:cs typeface="Arial"/>
              </a:rPr>
              <a:t>Health</a:t>
            </a:r>
            <a:r>
              <a:rPr kumimoji="0" lang="lt-LT" sz="1300" i="0" u="none" strike="noStrike" kern="1200" cap="none" spc="0" normalizeH="0" baseline="0" noProof="0" dirty="0">
                <a:ln>
                  <a:noFill/>
                </a:ln>
                <a:solidFill>
                  <a:srgbClr val="002060"/>
                </a:solidFill>
                <a:effectLst/>
                <a:uLnTx/>
                <a:uFillTx/>
                <a:latin typeface="Arial"/>
                <a:ea typeface="小塚ゴシック Pr6N M"/>
                <a:cs typeface="Arial"/>
              </a:rPr>
              <a:t> </a:t>
            </a:r>
            <a:r>
              <a:rPr kumimoji="0" lang="lt-LT" sz="1300" i="0" u="none" strike="noStrike" kern="1200" cap="none" spc="0" normalizeH="0" baseline="0" noProof="0" dirty="0" err="1">
                <a:ln>
                  <a:noFill/>
                </a:ln>
                <a:solidFill>
                  <a:srgbClr val="002060"/>
                </a:solidFill>
                <a:effectLst/>
                <a:uLnTx/>
                <a:uFillTx/>
                <a:latin typeface="Arial"/>
                <a:ea typeface="小塚ゴシック Pr6N M"/>
                <a:cs typeface="Arial"/>
              </a:rPr>
              <a:t>Telematics</a:t>
            </a:r>
            <a:r>
              <a:rPr kumimoji="0" lang="lt-LT" sz="1300" i="0" u="none" strike="noStrike" kern="1200" cap="none" spc="0" normalizeH="0" baseline="0" noProof="0" dirty="0">
                <a:ln>
                  <a:noFill/>
                </a:ln>
                <a:solidFill>
                  <a:srgbClr val="002060"/>
                </a:solidFill>
                <a:effectLst/>
                <a:uLnTx/>
                <a:uFillTx/>
                <a:latin typeface="Arial"/>
                <a:ea typeface="小塚ゴシック Pr6N M"/>
                <a:cs typeface="Arial"/>
              </a:rPr>
              <a:t> </a:t>
            </a:r>
            <a:r>
              <a:rPr kumimoji="0" lang="lt-LT" sz="1300" i="0" u="none" strike="noStrike" kern="1200" cap="none" spc="0" normalizeH="0" baseline="0" noProof="0" dirty="0" err="1">
                <a:ln>
                  <a:noFill/>
                </a:ln>
                <a:solidFill>
                  <a:srgbClr val="002060"/>
                </a:solidFill>
                <a:effectLst/>
                <a:uLnTx/>
                <a:uFillTx/>
                <a:latin typeface="Arial"/>
                <a:ea typeface="小塚ゴシック Pr6N M"/>
                <a:cs typeface="Arial"/>
              </a:rPr>
              <a:t>Science</a:t>
            </a:r>
            <a:r>
              <a:rPr kumimoji="0" lang="lt-LT" sz="1300" i="0" u="none" strike="noStrike" kern="1200" cap="none" spc="0" normalizeH="0" baseline="0" noProof="0" dirty="0">
                <a:ln>
                  <a:noFill/>
                </a:ln>
                <a:solidFill>
                  <a:srgbClr val="002060"/>
                </a:solidFill>
                <a:effectLst/>
                <a:uLnTx/>
                <a:uFillTx/>
                <a:latin typeface="Arial"/>
                <a:ea typeface="小塚ゴシック Pr6N M"/>
                <a:cs typeface="Arial"/>
              </a:rPr>
              <a:t> Institute</a:t>
            </a:r>
          </a:p>
          <a:p>
            <a:pPr marL="0" marR="0" lvl="0" indent="0" algn="l" defTabSz="457200" rtl="0" eaLnBrk="1" fontAlgn="auto" latinLnBrk="0" hangingPunct="1">
              <a:lnSpc>
                <a:spcPct val="12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2060"/>
              </a:solidFill>
              <a:effectLst/>
              <a:uLnTx/>
              <a:uFillTx/>
              <a:latin typeface="Calibri"/>
            </a:endParaRPr>
          </a:p>
        </p:txBody>
      </p:sp>
      <p:sp>
        <p:nvSpPr>
          <p:cNvPr id="28" name="TextBox 27">
            <a:extLst>
              <a:ext uri="{FF2B5EF4-FFF2-40B4-BE49-F238E27FC236}">
                <a16:creationId xmlns:a16="http://schemas.microsoft.com/office/drawing/2014/main" id="{2CBE66F0-EFAE-37FB-ABE0-C7675A3F9128}"/>
              </a:ext>
            </a:extLst>
          </p:cNvPr>
          <p:cNvSpPr txBox="1"/>
          <p:nvPr/>
        </p:nvSpPr>
        <p:spPr>
          <a:xfrm>
            <a:off x="3942298" y="4404346"/>
            <a:ext cx="4428082" cy="2042610"/>
          </a:xfrm>
          <a:prstGeom prst="rect">
            <a:avLst/>
          </a:prstGeom>
          <a:noFill/>
        </p:spPr>
        <p:txBody>
          <a:bodyPr wrap="square" rtlCol="0">
            <a:spAutoFit/>
          </a:bodyPr>
          <a:lstStyle/>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Chemical Technology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School of Economics and Business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Electrical and Electronics Engineering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strike="noStrike" kern="1200" cap="none" spc="0" normalizeH="0" baseline="0" noProof="0" dirty="0">
                <a:ln>
                  <a:noFill/>
                </a:ln>
                <a:solidFill>
                  <a:srgbClr val="002060"/>
                </a:solidFill>
                <a:effectLst/>
                <a:uLnTx/>
                <a:uFillTx/>
                <a:latin typeface="Arial"/>
                <a:ea typeface="小塚ゴシック Pr6N M"/>
                <a:cs typeface="Arial"/>
              </a:rPr>
              <a:t>Faculty of Informatics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Mathematics and Natural Sciences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Mechanical Engineering and Design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Social Sciences, Arts and Humanities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Faculty of Civil Engineering and Architecture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kumimoji="0" lang="en-US" sz="1300" i="0" u="none" strike="noStrike" kern="1200" cap="none" spc="0" normalizeH="0" baseline="0" noProof="0" dirty="0" err="1">
                <a:ln>
                  <a:noFill/>
                </a:ln>
                <a:solidFill>
                  <a:srgbClr val="002060"/>
                </a:solidFill>
                <a:effectLst/>
                <a:uLnTx/>
                <a:uFillTx/>
                <a:latin typeface="Arial"/>
                <a:ea typeface="小塚ゴシック Pr6N M"/>
                <a:cs typeface="Arial"/>
              </a:rPr>
              <a:t>Panevezys</a:t>
            </a:r>
            <a:r>
              <a:rPr kumimoji="0" lang="en-US" sz="1300" i="0" u="none" strike="noStrike" kern="1200" cap="none" spc="0" normalizeH="0" baseline="0" noProof="0" dirty="0">
                <a:ln>
                  <a:noFill/>
                </a:ln>
                <a:solidFill>
                  <a:srgbClr val="002060"/>
                </a:solidFill>
                <a:effectLst/>
                <a:uLnTx/>
                <a:uFillTx/>
                <a:latin typeface="Arial"/>
                <a:ea typeface="小塚ゴシック Pr6N M"/>
                <a:cs typeface="Arial"/>
              </a:rPr>
              <a:t> Faculty of Technologies and Business</a:t>
            </a:r>
            <a:endParaRPr kumimoji="0" lang="en-US" sz="1300" b="0" i="0" u="none" strike="noStrike" kern="1200" cap="none" spc="0" normalizeH="0" baseline="0" noProof="0" dirty="0">
              <a:ln>
                <a:noFill/>
              </a:ln>
              <a:solidFill>
                <a:srgbClr val="002060"/>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BDF8CF63-49FA-D633-3763-35F686815878}"/>
              </a:ext>
            </a:extLst>
          </p:cNvPr>
          <p:cNvSpPr txBox="1"/>
          <p:nvPr/>
        </p:nvSpPr>
        <p:spPr>
          <a:xfrm>
            <a:off x="1033598" y="3063349"/>
            <a:ext cx="765341"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002060"/>
                </a:solidFill>
                <a:effectLst/>
                <a:uLnTx/>
                <a:uFillTx/>
                <a:latin typeface="Arial"/>
                <a:ea typeface="小塚ゴシック Pr6N R"/>
                <a:cs typeface="Arial"/>
              </a:rPr>
              <a:t>8</a:t>
            </a:r>
            <a:endParaRPr kumimoji="0" lang="en-US" sz="4000" b="1" i="0" u="none" strike="noStrike" kern="1200" cap="none" spc="-150" normalizeH="0" baseline="0" noProof="0" dirty="0">
              <a:ln>
                <a:noFill/>
              </a:ln>
              <a:solidFill>
                <a:srgbClr val="002060"/>
              </a:solidFill>
              <a:effectLst/>
              <a:uLnTx/>
              <a:uFillTx/>
              <a:latin typeface="Arial"/>
              <a:ea typeface="小塚ゴシック Pr6N M"/>
              <a:cs typeface="Arial"/>
            </a:endParaRPr>
          </a:p>
        </p:txBody>
      </p:sp>
      <p:sp>
        <p:nvSpPr>
          <p:cNvPr id="31" name="TextBox 30">
            <a:extLst>
              <a:ext uri="{FF2B5EF4-FFF2-40B4-BE49-F238E27FC236}">
                <a16:creationId xmlns:a16="http://schemas.microsoft.com/office/drawing/2014/main" id="{D0F21285-7EBC-784A-AE50-F697A80DDCC2}"/>
              </a:ext>
            </a:extLst>
          </p:cNvPr>
          <p:cNvSpPr txBox="1"/>
          <p:nvPr/>
        </p:nvSpPr>
        <p:spPr>
          <a:xfrm>
            <a:off x="1053711" y="3629257"/>
            <a:ext cx="1634066" cy="58477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Arial"/>
                <a:ea typeface="小塚ゴシック Pr6N M"/>
                <a:cs typeface="Arial"/>
              </a:rPr>
              <a:t>research </a:t>
            </a: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Arial"/>
                <a:ea typeface="小塚ゴシック Pr6N M"/>
                <a:cs typeface="Arial"/>
              </a:rPr>
              <a:t>institutes</a:t>
            </a:r>
          </a:p>
        </p:txBody>
      </p:sp>
      <p:sp>
        <p:nvSpPr>
          <p:cNvPr id="38" name="TextBox 37">
            <a:extLst>
              <a:ext uri="{FF2B5EF4-FFF2-40B4-BE49-F238E27FC236}">
                <a16:creationId xmlns:a16="http://schemas.microsoft.com/office/drawing/2014/main" id="{8F6DB5C3-D362-D03A-40CF-BF4612B7AD63}"/>
              </a:ext>
            </a:extLst>
          </p:cNvPr>
          <p:cNvSpPr txBox="1"/>
          <p:nvPr/>
        </p:nvSpPr>
        <p:spPr>
          <a:xfrm>
            <a:off x="4521462" y="3006692"/>
            <a:ext cx="532684" cy="707886"/>
          </a:xfrm>
          <a:prstGeom prst="rect">
            <a:avLst/>
          </a:prstGeom>
          <a:noFill/>
        </p:spPr>
        <p:txBody>
          <a:bodyPr wrap="square" rtlCol="0">
            <a:spAutoFit/>
          </a:bodyPr>
          <a:lstStyle/>
          <a:p>
            <a:pPr algn="ctr">
              <a:defRPr/>
            </a:pPr>
            <a:r>
              <a:rPr lang="en-US" sz="4000" b="1" spc="-150" dirty="0">
                <a:solidFill>
                  <a:srgbClr val="002060"/>
                </a:solidFill>
                <a:latin typeface="Arial" pitchFamily="34" charset="0"/>
                <a:ea typeface="小塚ゴシック Pr6N M"/>
                <a:cs typeface="Arial" pitchFamily="34" charset="0"/>
              </a:rPr>
              <a:t>9</a:t>
            </a:r>
          </a:p>
        </p:txBody>
      </p:sp>
      <p:sp>
        <p:nvSpPr>
          <p:cNvPr id="42" name="TextBox 41">
            <a:extLst>
              <a:ext uri="{FF2B5EF4-FFF2-40B4-BE49-F238E27FC236}">
                <a16:creationId xmlns:a16="http://schemas.microsoft.com/office/drawing/2014/main" id="{2176A229-4D24-3C87-5AE7-DCA1DA12A41D}"/>
              </a:ext>
            </a:extLst>
          </p:cNvPr>
          <p:cNvSpPr txBox="1"/>
          <p:nvPr/>
        </p:nvSpPr>
        <p:spPr>
          <a:xfrm>
            <a:off x="4397015" y="3650459"/>
            <a:ext cx="1467865" cy="400110"/>
          </a:xfrm>
          <a:prstGeom prst="rect">
            <a:avLst/>
          </a:prstGeom>
          <a:noFill/>
        </p:spPr>
        <p:txBody>
          <a:bodyPr wrap="square" rtlCol="0">
            <a:spAutoFit/>
          </a:bodyPr>
          <a:lstStyle/>
          <a:p>
            <a:pPr>
              <a:defRPr/>
            </a:pPr>
            <a:r>
              <a:rPr lang="en-US" sz="2000" b="1" dirty="0">
                <a:solidFill>
                  <a:srgbClr val="002060"/>
                </a:solidFill>
                <a:latin typeface="Arial" pitchFamily="34" charset="0"/>
                <a:ea typeface="小塚ゴシック Pr6N M"/>
                <a:cs typeface="Arial" pitchFamily="34" charset="0"/>
              </a:rPr>
              <a:t>faculties</a:t>
            </a:r>
            <a:endParaRPr lang="en-US" b="1" dirty="0">
              <a:solidFill>
                <a:srgbClr val="002060"/>
              </a:solidFill>
              <a:latin typeface="Arial" pitchFamily="34" charset="0"/>
              <a:ea typeface="小塚ゴシック Pr6N M"/>
              <a:cs typeface="Arial" pitchFamily="34" charset="0"/>
            </a:endParaRPr>
          </a:p>
        </p:txBody>
      </p:sp>
    </p:spTree>
    <p:extLst>
      <p:ext uri="{BB962C8B-B14F-4D97-AF65-F5344CB8AC3E}">
        <p14:creationId xmlns:p14="http://schemas.microsoft.com/office/powerpoint/2010/main" val="2192745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6477C727-34C4-365C-B003-A9C0F6472CBB}"/>
              </a:ext>
            </a:extLst>
          </p:cNvPr>
          <p:cNvSpPr>
            <a:spLocks noGrp="1"/>
          </p:cNvSpPr>
          <p:nvPr>
            <p:ph type="body" sz="quarter" idx="11"/>
          </p:nvPr>
        </p:nvSpPr>
        <p:spPr>
          <a:xfrm>
            <a:off x="641646" y="600737"/>
            <a:ext cx="8978607" cy="509636"/>
          </a:xfrm>
        </p:spPr>
        <p:txBody>
          <a:bodyPr/>
          <a:lstStyle/>
          <a:p>
            <a:r>
              <a:rPr lang="lt-LT" dirty="0"/>
              <a:t>KTU </a:t>
            </a:r>
            <a:r>
              <a:rPr lang="lt-LT" dirty="0" err="1"/>
              <a:t>Campus</a:t>
            </a:r>
            <a:endParaRPr lang="en-US" dirty="0"/>
          </a:p>
        </p:txBody>
      </p:sp>
      <p:pic>
        <p:nvPicPr>
          <p:cNvPr id="18" name="Picture 2">
            <a:extLst>
              <a:ext uri="{FF2B5EF4-FFF2-40B4-BE49-F238E27FC236}">
                <a16:creationId xmlns:a16="http://schemas.microsoft.com/office/drawing/2014/main" id="{775429EC-18C9-0790-415F-985DE6A1D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028" y="2226814"/>
            <a:ext cx="7825225" cy="44020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9" name="Straight Arrow Connector 18">
            <a:extLst>
              <a:ext uri="{FF2B5EF4-FFF2-40B4-BE49-F238E27FC236}">
                <a16:creationId xmlns:a16="http://schemas.microsoft.com/office/drawing/2014/main" id="{A557306A-6F46-EEE9-6244-547A59AE6820}"/>
              </a:ext>
            </a:extLst>
          </p:cNvPr>
          <p:cNvCxnSpPr>
            <a:cxnSpLocks/>
            <a:stCxn id="20" idx="1"/>
          </p:cNvCxnSpPr>
          <p:nvPr/>
        </p:nvCxnSpPr>
        <p:spPr>
          <a:xfrm flipH="1" flipV="1">
            <a:off x="6848475" y="4541181"/>
            <a:ext cx="2974510" cy="949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F477577-0321-A691-EC3F-823E2B8966B8}"/>
              </a:ext>
            </a:extLst>
          </p:cNvPr>
          <p:cNvSpPr txBox="1"/>
          <p:nvPr/>
        </p:nvSpPr>
        <p:spPr>
          <a:xfrm>
            <a:off x="9822985" y="4906844"/>
            <a:ext cx="2148553" cy="1168525"/>
          </a:xfrm>
          <a:prstGeom prst="rect">
            <a:avLst/>
          </a:prstGeom>
          <a:noFill/>
        </p:spPr>
        <p:txBody>
          <a:bodyPr wrap="square" rtlCol="0">
            <a:spAutoFit/>
          </a:bodyPr>
          <a:lstStyle/>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lang="en-US" sz="1200" dirty="0"/>
              <a:t>Faculty of Electrical and Electronics Engineering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lang="en-US" sz="1200" dirty="0"/>
              <a:t>Faculty of Informatics </a:t>
            </a:r>
          </a:p>
          <a:p>
            <a:pPr marL="285750" marR="0" lvl="0" indent="-285750" algn="l" defTabSz="457200" rtl="0" eaLnBrk="1" fontAlgn="auto" latinLnBrk="0" hangingPunct="1">
              <a:lnSpc>
                <a:spcPts val="1680"/>
              </a:lnSpc>
              <a:spcBef>
                <a:spcPts val="0"/>
              </a:spcBef>
              <a:spcAft>
                <a:spcPts val="0"/>
              </a:spcAft>
              <a:buClrTx/>
              <a:buSzTx/>
              <a:buFont typeface="Arial" charset="0"/>
              <a:buChar char="•"/>
              <a:tabLst/>
              <a:defRPr/>
            </a:pPr>
            <a:r>
              <a:rPr lang="en-US" sz="1200" dirty="0"/>
              <a:t>Faculty of Mathematics and Natural Sciences </a:t>
            </a:r>
          </a:p>
        </p:txBody>
      </p:sp>
      <p:cxnSp>
        <p:nvCxnSpPr>
          <p:cNvPr id="21" name="Straight Arrow Connector 20">
            <a:extLst>
              <a:ext uri="{FF2B5EF4-FFF2-40B4-BE49-F238E27FC236}">
                <a16:creationId xmlns:a16="http://schemas.microsoft.com/office/drawing/2014/main" id="{B2B82B3B-CEC8-EECA-C8D2-3F5C378398DC}"/>
              </a:ext>
            </a:extLst>
          </p:cNvPr>
          <p:cNvCxnSpPr>
            <a:cxnSpLocks/>
          </p:cNvCxnSpPr>
          <p:nvPr/>
        </p:nvCxnSpPr>
        <p:spPr>
          <a:xfrm flipH="1">
            <a:off x="6348470" y="2639639"/>
            <a:ext cx="1769831" cy="7851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1BE6263B-D730-664B-57A7-F094322499C0}"/>
              </a:ext>
            </a:extLst>
          </p:cNvPr>
          <p:cNvGrpSpPr/>
          <p:nvPr/>
        </p:nvGrpSpPr>
        <p:grpSpPr>
          <a:xfrm>
            <a:off x="8118301" y="1658695"/>
            <a:ext cx="2841080" cy="1927971"/>
            <a:chOff x="8118301" y="1658695"/>
            <a:chExt cx="2841080" cy="1927971"/>
          </a:xfrm>
        </p:grpSpPr>
        <p:pic>
          <p:nvPicPr>
            <p:cNvPr id="23" name="Picture 2">
              <a:extLst>
                <a:ext uri="{FF2B5EF4-FFF2-40B4-BE49-F238E27FC236}">
                  <a16:creationId xmlns:a16="http://schemas.microsoft.com/office/drawing/2014/main" id="{5F38DF79-2BC2-221A-64D6-9928B88107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8301" y="1692613"/>
              <a:ext cx="2841080" cy="18940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62942351-81AC-FA53-1803-D280BBAC3A49}"/>
                </a:ext>
              </a:extLst>
            </p:cNvPr>
            <p:cNvSpPr txBox="1"/>
            <p:nvPr/>
          </p:nvSpPr>
          <p:spPr>
            <a:xfrm>
              <a:off x="8118301" y="1658695"/>
              <a:ext cx="1704684" cy="276999"/>
            </a:xfrm>
            <a:prstGeom prst="rect">
              <a:avLst/>
            </a:prstGeom>
            <a:noFill/>
          </p:spPr>
          <p:txBody>
            <a:bodyPr wrap="square" rtlCol="0">
              <a:spAutoFit/>
            </a:bodyPr>
            <a:lstStyle/>
            <a:p>
              <a:r>
                <a:rPr lang="lt-LT" sz="1200" dirty="0"/>
                <a:t>KTU Santaka </a:t>
              </a:r>
              <a:r>
                <a:rPr lang="lt-LT" sz="1200" dirty="0" err="1"/>
                <a:t>Valley</a:t>
              </a:r>
              <a:endParaRPr lang="en-US" sz="1200" dirty="0"/>
            </a:p>
          </p:txBody>
        </p:sp>
      </p:grpSp>
      <p:cxnSp>
        <p:nvCxnSpPr>
          <p:cNvPr id="26" name="Straight Arrow Connector 25">
            <a:extLst>
              <a:ext uri="{FF2B5EF4-FFF2-40B4-BE49-F238E27FC236}">
                <a16:creationId xmlns:a16="http://schemas.microsoft.com/office/drawing/2014/main" id="{D87208C6-AFCA-127F-84B6-804218BC81A3}"/>
              </a:ext>
            </a:extLst>
          </p:cNvPr>
          <p:cNvCxnSpPr>
            <a:cxnSpLocks/>
            <a:stCxn id="27" idx="3"/>
          </p:cNvCxnSpPr>
          <p:nvPr/>
        </p:nvCxnSpPr>
        <p:spPr>
          <a:xfrm>
            <a:off x="1592296" y="4658681"/>
            <a:ext cx="1718203" cy="5272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F0840DE-3721-505D-A3B3-CED4B3A685EB}"/>
              </a:ext>
            </a:extLst>
          </p:cNvPr>
          <p:cNvSpPr txBox="1"/>
          <p:nvPr/>
        </p:nvSpPr>
        <p:spPr>
          <a:xfrm>
            <a:off x="295522" y="4150849"/>
            <a:ext cx="1296774" cy="1015663"/>
          </a:xfrm>
          <a:prstGeom prst="rect">
            <a:avLst/>
          </a:prstGeom>
          <a:noFill/>
        </p:spPr>
        <p:txBody>
          <a:bodyPr wrap="square" rtlCol="0">
            <a:spAutoFit/>
          </a:bodyPr>
          <a:lstStyle/>
          <a:p>
            <a:r>
              <a:rPr lang="lt-LT" sz="1200" dirty="0"/>
              <a:t>M-</a:t>
            </a:r>
            <a:r>
              <a:rPr lang="lt-LT" sz="1200" dirty="0" err="1"/>
              <a:t>Lab</a:t>
            </a:r>
            <a:r>
              <a:rPr lang="lt-LT" sz="1200" dirty="0"/>
              <a:t> (</a:t>
            </a:r>
            <a:r>
              <a:rPr lang="en-US" sz="1200" b="0" i="0" dirty="0">
                <a:solidFill>
                  <a:srgbClr val="000000"/>
                </a:solidFill>
                <a:effectLst/>
                <a:latin typeface="pf_dintext_promedium"/>
              </a:rPr>
              <a:t>Interdisciplinary Prototyping Laboratory Centre</a:t>
            </a:r>
            <a:r>
              <a:rPr lang="lt-LT" sz="1200" dirty="0"/>
              <a:t>)</a:t>
            </a:r>
            <a:endParaRPr lang="en-US" sz="1200" dirty="0"/>
          </a:p>
        </p:txBody>
      </p:sp>
      <p:cxnSp>
        <p:nvCxnSpPr>
          <p:cNvPr id="3" name="Straight Arrow Connector 2">
            <a:extLst>
              <a:ext uri="{FF2B5EF4-FFF2-40B4-BE49-F238E27FC236}">
                <a16:creationId xmlns:a16="http://schemas.microsoft.com/office/drawing/2014/main" id="{27578A15-977F-3B60-8148-43944733E448}"/>
              </a:ext>
            </a:extLst>
          </p:cNvPr>
          <p:cNvCxnSpPr>
            <a:cxnSpLocks/>
            <a:stCxn id="4" idx="3"/>
          </p:cNvCxnSpPr>
          <p:nvPr/>
        </p:nvCxnSpPr>
        <p:spPr>
          <a:xfrm>
            <a:off x="2991964" y="2670548"/>
            <a:ext cx="1718203" cy="95817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42DB80-D79D-9653-A758-F82EA47BB54F}"/>
              </a:ext>
            </a:extLst>
          </p:cNvPr>
          <p:cNvSpPr txBox="1"/>
          <p:nvPr/>
        </p:nvSpPr>
        <p:spPr>
          <a:xfrm>
            <a:off x="2020000" y="2532048"/>
            <a:ext cx="971964" cy="276999"/>
          </a:xfrm>
          <a:prstGeom prst="rect">
            <a:avLst/>
          </a:prstGeom>
          <a:noFill/>
        </p:spPr>
        <p:txBody>
          <a:bodyPr wrap="square" rtlCol="0">
            <a:spAutoFit/>
          </a:bodyPr>
          <a:lstStyle/>
          <a:p>
            <a:r>
              <a:rPr lang="lt-LT" sz="1200" dirty="0" err="1"/>
              <a:t>Dormitories</a:t>
            </a:r>
            <a:endParaRPr lang="en-US" sz="1200" dirty="0"/>
          </a:p>
        </p:txBody>
      </p:sp>
      <p:cxnSp>
        <p:nvCxnSpPr>
          <p:cNvPr id="7" name="Straight Arrow Connector 6">
            <a:extLst>
              <a:ext uri="{FF2B5EF4-FFF2-40B4-BE49-F238E27FC236}">
                <a16:creationId xmlns:a16="http://schemas.microsoft.com/office/drawing/2014/main" id="{860711F8-72CA-8CB5-DF4F-843D85B3AA7C}"/>
              </a:ext>
            </a:extLst>
          </p:cNvPr>
          <p:cNvCxnSpPr>
            <a:cxnSpLocks/>
            <a:stCxn id="8" idx="3"/>
          </p:cNvCxnSpPr>
          <p:nvPr/>
        </p:nvCxnSpPr>
        <p:spPr>
          <a:xfrm>
            <a:off x="2345187" y="3316879"/>
            <a:ext cx="1602520" cy="6463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895C9E9-73D8-98E2-35C1-0F22A1230AC4}"/>
              </a:ext>
            </a:extLst>
          </p:cNvPr>
          <p:cNvSpPr txBox="1"/>
          <p:nvPr/>
        </p:nvSpPr>
        <p:spPr>
          <a:xfrm>
            <a:off x="1048413" y="3178379"/>
            <a:ext cx="1296774" cy="276999"/>
          </a:xfrm>
          <a:prstGeom prst="rect">
            <a:avLst/>
          </a:prstGeom>
          <a:noFill/>
        </p:spPr>
        <p:txBody>
          <a:bodyPr wrap="square" rtlCol="0">
            <a:spAutoFit/>
          </a:bodyPr>
          <a:lstStyle/>
          <a:p>
            <a:r>
              <a:rPr lang="lt-LT" sz="1200" dirty="0"/>
              <a:t>KTU </a:t>
            </a:r>
            <a:r>
              <a:rPr lang="lt-LT" sz="1200" dirty="0" err="1"/>
              <a:t>Gymnasium</a:t>
            </a:r>
            <a:endParaRPr lang="en-US" sz="1200" dirty="0"/>
          </a:p>
        </p:txBody>
      </p:sp>
    </p:spTree>
    <p:extLst>
      <p:ext uri="{BB962C8B-B14F-4D97-AF65-F5344CB8AC3E}">
        <p14:creationId xmlns:p14="http://schemas.microsoft.com/office/powerpoint/2010/main" val="538829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5DBF42-04B2-5F42-AA3E-C3D29BFB2461}"/>
              </a:ext>
            </a:extLst>
          </p:cNvPr>
          <p:cNvSpPr/>
          <p:nvPr/>
        </p:nvSpPr>
        <p:spPr>
          <a:xfrm>
            <a:off x="-211783"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9" name="Text Placeholder 20">
            <a:extLst>
              <a:ext uri="{FF2B5EF4-FFF2-40B4-BE49-F238E27FC236}">
                <a16:creationId xmlns:a16="http://schemas.microsoft.com/office/drawing/2014/main" id="{4CDD7A28-EE52-4D40-9C9A-B5554BA7FE65}"/>
              </a:ext>
            </a:extLst>
          </p:cNvPr>
          <p:cNvSpPr txBox="1">
            <a:spLocks/>
          </p:cNvSpPr>
          <p:nvPr/>
        </p:nvSpPr>
        <p:spPr>
          <a:xfrm>
            <a:off x="639930" y="2924175"/>
            <a:ext cx="4922888" cy="3311169"/>
          </a:xfrm>
          <a:prstGeom prst="rect">
            <a:avLst/>
          </a:prstGeom>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tx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lt-LT">
              <a:solidFill>
                <a:schemeClr val="bg1"/>
              </a:solidFill>
            </a:endParaRPr>
          </a:p>
        </p:txBody>
      </p:sp>
      <p:sp>
        <p:nvSpPr>
          <p:cNvPr id="11" name="Text Placeholder 20">
            <a:extLst>
              <a:ext uri="{FF2B5EF4-FFF2-40B4-BE49-F238E27FC236}">
                <a16:creationId xmlns:a16="http://schemas.microsoft.com/office/drawing/2014/main" id="{FEBC3AB6-A20C-644C-8BE3-85FBB8248E4A}"/>
              </a:ext>
            </a:extLst>
          </p:cNvPr>
          <p:cNvSpPr txBox="1">
            <a:spLocks/>
          </p:cNvSpPr>
          <p:nvPr/>
        </p:nvSpPr>
        <p:spPr>
          <a:xfrm>
            <a:off x="6735930" y="2924175"/>
            <a:ext cx="4922888" cy="3311169"/>
          </a:xfrm>
          <a:prstGeom prst="rect">
            <a:avLst/>
          </a:prstGeom>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bg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lt-LT">
              <a:solidFill>
                <a:schemeClr val="tx1"/>
              </a:solidFill>
            </a:endParaRPr>
          </a:p>
        </p:txBody>
      </p:sp>
      <p:sp>
        <p:nvSpPr>
          <p:cNvPr id="12" name="Text Placeholder 4">
            <a:extLst>
              <a:ext uri="{FF2B5EF4-FFF2-40B4-BE49-F238E27FC236}">
                <a16:creationId xmlns:a16="http://schemas.microsoft.com/office/drawing/2014/main" id="{20B84206-1A78-5B43-8832-8D477EAD25B8}"/>
              </a:ext>
            </a:extLst>
          </p:cNvPr>
          <p:cNvSpPr txBox="1">
            <a:spLocks/>
          </p:cNvSpPr>
          <p:nvPr/>
        </p:nvSpPr>
        <p:spPr>
          <a:xfrm>
            <a:off x="6364885" y="587273"/>
            <a:ext cx="2543142" cy="211168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200" b="1" i="0" kern="120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defTabSz="457200">
              <a:buFont typeface="Arial" panose="020B0604020202020204" pitchFamily="34" charset="0"/>
              <a:buChar char="•"/>
            </a:pPr>
            <a:r>
              <a:rPr lang="en-US" sz="1600" dirty="0">
                <a:solidFill>
                  <a:schemeClr val="tx1"/>
                </a:solidFill>
                <a:latin typeface="Arial" panose="020B0604020202020204" pitchFamily="34" charset="0"/>
                <a:ea typeface="Tahoma" panose="020B0604030504040204" pitchFamily="34" charset="0"/>
                <a:cs typeface="Arial" panose="020B0604020202020204" pitchFamily="34" charset="0"/>
              </a:rPr>
              <a:t>founded in 1977</a:t>
            </a:r>
            <a:endParaRPr lang="lt-LT" sz="1600" dirty="0">
              <a:solidFill>
                <a:schemeClr val="tx1"/>
              </a:solidFill>
              <a:latin typeface="Arial" panose="020B0604020202020204" pitchFamily="34" charset="0"/>
              <a:ea typeface="Tahoma" panose="020B0604030504040204" pitchFamily="34" charset="0"/>
              <a:cs typeface="Arial" panose="020B0604020202020204" pitchFamily="34" charset="0"/>
            </a:endParaRPr>
          </a:p>
          <a:p>
            <a:pPr marL="285750" indent="-285750" defTabSz="457200">
              <a:buFont typeface="Arial" panose="020B0604020202020204" pitchFamily="34" charset="0"/>
              <a:buChar char="•"/>
            </a:pPr>
            <a:r>
              <a:rPr lang="lt-LT" sz="1600" dirty="0">
                <a:solidFill>
                  <a:schemeClr val="tx1"/>
                </a:solidFill>
                <a:ea typeface="Tahoma" panose="020B0604030504040204" pitchFamily="34" charset="0"/>
              </a:rPr>
              <a:t>~2K </a:t>
            </a:r>
            <a:r>
              <a:rPr lang="lt-LT" sz="1600" dirty="0" err="1">
                <a:solidFill>
                  <a:schemeClr val="tx1"/>
                </a:solidFill>
                <a:ea typeface="Tahoma" panose="020B0604030504040204" pitchFamily="34" charset="0"/>
              </a:rPr>
              <a:t>students</a:t>
            </a:r>
            <a:endParaRPr lang="lt-LT" sz="1600" dirty="0">
              <a:solidFill>
                <a:schemeClr val="tx1"/>
              </a:solidFill>
              <a:ea typeface="Tahoma" panose="020B0604030504040204" pitchFamily="34" charset="0"/>
            </a:endParaRPr>
          </a:p>
          <a:p>
            <a:pPr marL="285750" indent="-285750" defTabSz="457200">
              <a:buFont typeface="Arial" panose="020B0604020202020204" pitchFamily="34" charset="0"/>
              <a:buChar char="•"/>
            </a:pPr>
            <a:r>
              <a:rPr lang="lt-LT" sz="1600" dirty="0">
                <a:solidFill>
                  <a:schemeClr val="tx1"/>
                </a:solidFill>
                <a:ea typeface="Tahoma" panose="020B0604030504040204" pitchFamily="34" charset="0"/>
              </a:rPr>
              <a:t>~150 </a:t>
            </a:r>
            <a:r>
              <a:rPr lang="lt-LT" sz="1600" dirty="0" err="1">
                <a:solidFill>
                  <a:schemeClr val="tx1"/>
                </a:solidFill>
                <a:ea typeface="Tahoma" panose="020B0604030504040204" pitchFamily="34" charset="0"/>
              </a:rPr>
              <a:t>academic</a:t>
            </a:r>
            <a:r>
              <a:rPr lang="lt-LT" sz="1600" dirty="0">
                <a:solidFill>
                  <a:schemeClr val="tx1"/>
                </a:solidFill>
                <a:ea typeface="Tahoma" panose="020B0604030504040204" pitchFamily="34" charset="0"/>
              </a:rPr>
              <a:t> </a:t>
            </a:r>
            <a:r>
              <a:rPr lang="lt-LT" sz="1600" dirty="0" err="1">
                <a:solidFill>
                  <a:schemeClr val="tx1"/>
                </a:solidFill>
                <a:ea typeface="Tahoma" panose="020B0604030504040204" pitchFamily="34" charset="0"/>
              </a:rPr>
              <a:t>staff</a:t>
            </a:r>
            <a:endParaRPr lang="lt-LT" sz="1600" dirty="0">
              <a:solidFill>
                <a:schemeClr val="tx1"/>
              </a:solidFill>
              <a:ea typeface="Tahoma" panose="020B0604030504040204" pitchFamily="34" charset="0"/>
            </a:endParaRPr>
          </a:p>
          <a:p>
            <a:pPr marL="285750" indent="-285750" defTabSz="457200">
              <a:buFont typeface="Arial" panose="020B0604020202020204" pitchFamily="34" charset="0"/>
              <a:buChar char="•"/>
            </a:pPr>
            <a:r>
              <a:rPr lang="lt-LT" sz="1600" dirty="0">
                <a:solidFill>
                  <a:schemeClr val="tx1"/>
                </a:solidFill>
                <a:ea typeface="Tahoma" panose="020B0604030504040204" pitchFamily="34" charset="0"/>
              </a:rPr>
              <a:t>5</a:t>
            </a:r>
            <a:r>
              <a:rPr lang="en-GB" sz="1600" dirty="0">
                <a:solidFill>
                  <a:schemeClr val="tx1"/>
                </a:solidFill>
                <a:ea typeface="Tahoma" panose="020B0604030504040204" pitchFamily="34" charset="0"/>
              </a:rPr>
              <a:t> department</a:t>
            </a:r>
            <a:r>
              <a:rPr lang="lt-LT" sz="1600" dirty="0">
                <a:solidFill>
                  <a:schemeClr val="tx1"/>
                </a:solidFill>
                <a:ea typeface="Tahoma" panose="020B0604030504040204" pitchFamily="34" charset="0"/>
              </a:rPr>
              <a:t>s</a:t>
            </a:r>
          </a:p>
          <a:p>
            <a:pPr marL="285750" indent="-285750" defTabSz="457200">
              <a:buFont typeface="Arial" panose="020B0604020202020204" pitchFamily="34" charset="0"/>
              <a:buChar char="•"/>
            </a:pPr>
            <a:r>
              <a:rPr lang="lt-LT" sz="1600" dirty="0">
                <a:solidFill>
                  <a:schemeClr val="tx1"/>
                </a:solidFill>
                <a:ea typeface="Tahoma" panose="020B0604030504040204" pitchFamily="34" charset="0"/>
              </a:rPr>
              <a:t>2</a:t>
            </a:r>
            <a:r>
              <a:rPr lang="en-GB" sz="1600" dirty="0">
                <a:solidFill>
                  <a:schemeClr val="tx1"/>
                </a:solidFill>
                <a:ea typeface="Tahoma" panose="020B0604030504040204" pitchFamily="34" charset="0"/>
              </a:rPr>
              <a:t> </a:t>
            </a:r>
            <a:r>
              <a:rPr lang="en-US" sz="1600" dirty="0">
                <a:solidFill>
                  <a:schemeClr val="tx1"/>
                </a:solidFill>
                <a:ea typeface="Tahoma" panose="020B0604030504040204" pitchFamily="34" charset="0"/>
              </a:rPr>
              <a:t>research</a:t>
            </a:r>
            <a:r>
              <a:rPr lang="lt-LT" sz="1600" dirty="0">
                <a:solidFill>
                  <a:schemeClr val="tx1"/>
                </a:solidFill>
                <a:ea typeface="Tahoma" panose="020B0604030504040204" pitchFamily="34" charset="0"/>
              </a:rPr>
              <a:t> c</a:t>
            </a:r>
            <a:r>
              <a:rPr lang="en-GB" sz="1600" dirty="0">
                <a:solidFill>
                  <a:schemeClr val="tx1"/>
                </a:solidFill>
                <a:ea typeface="Tahoma" panose="020B0604030504040204" pitchFamily="34" charset="0"/>
              </a:rPr>
              <a:t>entre</a:t>
            </a:r>
            <a:r>
              <a:rPr lang="lt-LT" sz="1600" dirty="0">
                <a:solidFill>
                  <a:schemeClr val="tx1"/>
                </a:solidFill>
                <a:ea typeface="Tahoma" panose="020B0604030504040204" pitchFamily="34" charset="0"/>
              </a:rPr>
              <a:t>s</a:t>
            </a:r>
          </a:p>
          <a:p>
            <a:pPr marL="285750" indent="-285750" defTabSz="457200">
              <a:buFont typeface="Arial" panose="020B0604020202020204" pitchFamily="34" charset="0"/>
              <a:buChar char="•"/>
            </a:pPr>
            <a:r>
              <a:rPr lang="en-US" sz="1600" dirty="0">
                <a:solidFill>
                  <a:schemeClr val="tx1"/>
                </a:solidFill>
                <a:ea typeface="Tahoma" panose="020B0604030504040204" pitchFamily="34" charset="0"/>
              </a:rPr>
              <a:t>8 laboratories</a:t>
            </a:r>
            <a:endParaRPr lang="lt-LT" sz="1600" dirty="0">
              <a:solidFill>
                <a:schemeClr val="tx1"/>
              </a:solidFill>
              <a:ea typeface="Tahoma" panose="020B0604030504040204" pitchFamily="34" charset="0"/>
            </a:endParaRPr>
          </a:p>
          <a:p>
            <a:pPr marL="285750" indent="-285750" defTabSz="457200">
              <a:buFont typeface="Arial" panose="020B0604020202020204" pitchFamily="34" charset="0"/>
              <a:buChar char="•"/>
            </a:pPr>
            <a:r>
              <a:rPr lang="lt-LT" sz="1600" dirty="0">
                <a:solidFill>
                  <a:schemeClr val="tx1"/>
                </a:solidFill>
                <a:ea typeface="Tahoma" panose="020B0604030504040204" pitchFamily="34" charset="0"/>
              </a:rPr>
              <a:t>8 </a:t>
            </a:r>
            <a:r>
              <a:rPr lang="lt-LT" sz="1600" dirty="0" err="1">
                <a:solidFill>
                  <a:schemeClr val="tx1"/>
                </a:solidFill>
                <a:ea typeface="Tahoma" panose="020B0604030504040204" pitchFamily="34" charset="0"/>
              </a:rPr>
              <a:t>Research</a:t>
            </a:r>
            <a:r>
              <a:rPr lang="lt-LT" sz="1600" dirty="0">
                <a:solidFill>
                  <a:schemeClr val="tx1"/>
                </a:solidFill>
                <a:ea typeface="Tahoma" panose="020B0604030504040204" pitchFamily="34" charset="0"/>
              </a:rPr>
              <a:t> </a:t>
            </a:r>
            <a:r>
              <a:rPr lang="lt-LT" sz="1600" dirty="0" err="1">
                <a:solidFill>
                  <a:schemeClr val="tx1"/>
                </a:solidFill>
                <a:ea typeface="Tahoma" panose="020B0604030504040204" pitchFamily="34" charset="0"/>
              </a:rPr>
              <a:t>groups</a:t>
            </a:r>
            <a:endParaRPr lang="lt-LT" sz="1600" dirty="0">
              <a:solidFill>
                <a:schemeClr val="tx1"/>
              </a:solidFill>
              <a:ea typeface="Tahoma" panose="020B0604030504040204" pitchFamily="34" charset="0"/>
            </a:endParaRPr>
          </a:p>
        </p:txBody>
      </p:sp>
      <p:sp>
        <p:nvSpPr>
          <p:cNvPr id="13" name="Slide Number Placeholder 3">
            <a:extLst>
              <a:ext uri="{FF2B5EF4-FFF2-40B4-BE49-F238E27FC236}">
                <a16:creationId xmlns:a16="http://schemas.microsoft.com/office/drawing/2014/main" id="{574838CF-BCDB-EC4F-AB18-697097566693}"/>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5</a:t>
            </a:fld>
            <a:endParaRPr lang="en-US" sz="1400" b="1" i="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26B85553-9A97-4711-9E37-4AA51F3BE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36006" y="2471657"/>
            <a:ext cx="5659994" cy="2663527"/>
          </a:xfrm>
          <a:prstGeom prst="rect">
            <a:avLst/>
          </a:prstGeom>
        </p:spPr>
      </p:pic>
      <p:pic>
        <p:nvPicPr>
          <p:cNvPr id="2" name="Picture 1" descr="A large white building&#10;&#10;Description automatically generated">
            <a:extLst>
              <a:ext uri="{FF2B5EF4-FFF2-40B4-BE49-F238E27FC236}">
                <a16:creationId xmlns:a16="http://schemas.microsoft.com/office/drawing/2014/main" id="{9BF338D0-7C17-1CD8-C220-DFD387CA63FB}"/>
              </a:ext>
            </a:extLst>
          </p:cNvPr>
          <p:cNvPicPr>
            <a:picLocks noChangeAspect="1"/>
          </p:cNvPicPr>
          <p:nvPr/>
        </p:nvPicPr>
        <p:blipFill>
          <a:blip r:embed="rId4"/>
          <a:stretch>
            <a:fillRect/>
          </a:stretch>
        </p:blipFill>
        <p:spPr>
          <a:xfrm>
            <a:off x="6364884" y="3258807"/>
            <a:ext cx="5399819" cy="2641904"/>
          </a:xfrm>
          <a:prstGeom prst="rect">
            <a:avLst/>
          </a:prstGeom>
          <a:ln>
            <a:noFill/>
          </a:ln>
          <a:effectLst>
            <a:softEdge rad="112500"/>
          </a:effectLst>
        </p:spPr>
      </p:pic>
      <p:sp>
        <p:nvSpPr>
          <p:cNvPr id="4" name="TextBox 3">
            <a:extLst>
              <a:ext uri="{FF2B5EF4-FFF2-40B4-BE49-F238E27FC236}">
                <a16:creationId xmlns:a16="http://schemas.microsoft.com/office/drawing/2014/main" id="{33DF9B90-5BE8-A575-9C19-2641D86D7F9B}"/>
              </a:ext>
            </a:extLst>
          </p:cNvPr>
          <p:cNvSpPr txBox="1"/>
          <p:nvPr/>
        </p:nvSpPr>
        <p:spPr>
          <a:xfrm>
            <a:off x="9388695" y="1068616"/>
            <a:ext cx="2342345" cy="1579920"/>
          </a:xfrm>
          <a:prstGeom prst="rect">
            <a:avLst/>
          </a:prstGeom>
          <a:noFill/>
        </p:spPr>
        <p:txBody>
          <a:bodyPr wrap="square">
            <a:spAutoFit/>
          </a:bodyPr>
          <a:lstStyle/>
          <a:p>
            <a:pPr marL="285750" indent="-285750" defTabSz="457200">
              <a:spcBef>
                <a:spcPts val="1000"/>
              </a:spcBef>
              <a:buFont typeface="Arial" panose="020B0604020202020204" pitchFamily="34" charset="0"/>
              <a:buChar char="•"/>
            </a:pPr>
            <a:r>
              <a:rPr lang="lt-LT" sz="1600" b="1" kern="1200" dirty="0">
                <a:latin typeface="Arial" panose="020B0604020202020204" pitchFamily="34" charset="0"/>
                <a:ea typeface="Tahoma" panose="020B0604030504040204" pitchFamily="34" charset="0"/>
                <a:cs typeface="Arial" panose="020B0604020202020204" pitchFamily="34" charset="0"/>
              </a:rPr>
              <a:t>6 1st </a:t>
            </a:r>
            <a:r>
              <a:rPr lang="lt-LT" sz="1600" b="1" kern="1200" dirty="0" err="1">
                <a:latin typeface="Arial" panose="020B0604020202020204" pitchFamily="34" charset="0"/>
                <a:ea typeface="Tahoma" panose="020B0604030504040204" pitchFamily="34" charset="0"/>
                <a:cs typeface="Arial" panose="020B0604020202020204" pitchFamily="34" charset="0"/>
              </a:rPr>
              <a:t>study</a:t>
            </a:r>
            <a:r>
              <a:rPr lang="lt-LT" sz="1600" b="1" kern="1200" dirty="0">
                <a:latin typeface="Arial" panose="020B0604020202020204" pitchFamily="34" charset="0"/>
                <a:ea typeface="Tahoma" panose="020B0604030504040204" pitchFamily="34" charset="0"/>
                <a:cs typeface="Arial" panose="020B0604020202020204" pitchFamily="34" charset="0"/>
              </a:rPr>
              <a:t> </a:t>
            </a:r>
            <a:r>
              <a:rPr lang="lt-LT" sz="1600" b="1" kern="1200" dirty="0" err="1">
                <a:latin typeface="Arial" panose="020B0604020202020204" pitchFamily="34" charset="0"/>
                <a:ea typeface="Tahoma" panose="020B0604030504040204" pitchFamily="34" charset="0"/>
                <a:cs typeface="Arial" panose="020B0604020202020204" pitchFamily="34" charset="0"/>
              </a:rPr>
              <a:t>cycle</a:t>
            </a:r>
            <a:r>
              <a:rPr lang="lt-LT" sz="1600" b="1" kern="1200" dirty="0">
                <a:latin typeface="Arial" panose="020B0604020202020204" pitchFamily="34" charset="0"/>
                <a:ea typeface="Tahoma" panose="020B0604030504040204" pitchFamily="34" charset="0"/>
                <a:cs typeface="Arial" panose="020B0604020202020204" pitchFamily="34" charset="0"/>
              </a:rPr>
              <a:t> </a:t>
            </a:r>
            <a:r>
              <a:rPr lang="lt-LT" sz="1600" b="1" kern="1200" dirty="0" err="1">
                <a:latin typeface="Arial" panose="020B0604020202020204" pitchFamily="34" charset="0"/>
                <a:ea typeface="Tahoma" panose="020B0604030504040204" pitchFamily="34" charset="0"/>
                <a:cs typeface="Arial" panose="020B0604020202020204" pitchFamily="34" charset="0"/>
              </a:rPr>
              <a:t>programmes</a:t>
            </a:r>
            <a:r>
              <a:rPr lang="lt-LT" sz="1600" b="1" kern="1200" dirty="0">
                <a:latin typeface="Arial" panose="020B0604020202020204" pitchFamily="34" charset="0"/>
                <a:ea typeface="Tahoma" panose="020B0604030504040204" pitchFamily="34" charset="0"/>
                <a:cs typeface="Arial" panose="020B0604020202020204" pitchFamily="34" charset="0"/>
              </a:rPr>
              <a:t> </a:t>
            </a:r>
          </a:p>
          <a:p>
            <a:pPr marL="285750" indent="-285750" defTabSz="457200">
              <a:spcBef>
                <a:spcPts val="1000"/>
              </a:spcBef>
              <a:buFont typeface="Arial" panose="020B0604020202020204" pitchFamily="34" charset="0"/>
              <a:buChar char="•"/>
            </a:pPr>
            <a:r>
              <a:rPr lang="lt-LT" sz="1600" b="1" kern="1200" dirty="0">
                <a:latin typeface="Arial" panose="020B0604020202020204" pitchFamily="34" charset="0"/>
                <a:ea typeface="Tahoma" panose="020B0604030504040204" pitchFamily="34" charset="0"/>
                <a:cs typeface="Arial" panose="020B0604020202020204" pitchFamily="34" charset="0"/>
              </a:rPr>
              <a:t>5 2nd </a:t>
            </a:r>
            <a:r>
              <a:rPr lang="lt-LT" sz="1600" b="1" kern="1200" dirty="0" err="1">
                <a:latin typeface="Arial" panose="020B0604020202020204" pitchFamily="34" charset="0"/>
                <a:ea typeface="Tahoma" panose="020B0604030504040204" pitchFamily="34" charset="0"/>
                <a:cs typeface="Arial" panose="020B0604020202020204" pitchFamily="34" charset="0"/>
              </a:rPr>
              <a:t>study</a:t>
            </a:r>
            <a:r>
              <a:rPr lang="lt-LT" sz="1600" b="1" kern="1200" dirty="0">
                <a:latin typeface="Arial" panose="020B0604020202020204" pitchFamily="34" charset="0"/>
                <a:ea typeface="Tahoma" panose="020B0604030504040204" pitchFamily="34" charset="0"/>
                <a:cs typeface="Arial" panose="020B0604020202020204" pitchFamily="34" charset="0"/>
              </a:rPr>
              <a:t> </a:t>
            </a:r>
            <a:r>
              <a:rPr lang="lt-LT" sz="1600" b="1" kern="1200" dirty="0" err="1">
                <a:latin typeface="Arial" panose="020B0604020202020204" pitchFamily="34" charset="0"/>
                <a:ea typeface="Tahoma" panose="020B0604030504040204" pitchFamily="34" charset="0"/>
                <a:cs typeface="Arial" panose="020B0604020202020204" pitchFamily="34" charset="0"/>
              </a:rPr>
              <a:t>cycle</a:t>
            </a:r>
            <a:r>
              <a:rPr lang="lt-LT" sz="1600" b="1" kern="1200" dirty="0">
                <a:latin typeface="Arial" panose="020B0604020202020204" pitchFamily="34" charset="0"/>
                <a:ea typeface="Tahoma" panose="020B0604030504040204" pitchFamily="34" charset="0"/>
                <a:cs typeface="Arial" panose="020B0604020202020204" pitchFamily="34" charset="0"/>
              </a:rPr>
              <a:t> </a:t>
            </a:r>
            <a:r>
              <a:rPr lang="lt-LT" sz="1600" b="1" kern="1200" dirty="0" err="1">
                <a:latin typeface="Arial" panose="020B0604020202020204" pitchFamily="34" charset="0"/>
                <a:ea typeface="Tahoma" panose="020B0604030504040204" pitchFamily="34" charset="0"/>
                <a:cs typeface="Arial" panose="020B0604020202020204" pitchFamily="34" charset="0"/>
              </a:rPr>
              <a:t>programmes</a:t>
            </a:r>
            <a:r>
              <a:rPr lang="lt-LT" sz="1600" b="1" kern="1200" dirty="0">
                <a:latin typeface="Arial" panose="020B0604020202020204" pitchFamily="34" charset="0"/>
                <a:ea typeface="Tahoma" panose="020B0604030504040204" pitchFamily="34" charset="0"/>
                <a:cs typeface="Arial" panose="020B0604020202020204" pitchFamily="34" charset="0"/>
              </a:rPr>
              <a:t> </a:t>
            </a:r>
          </a:p>
          <a:p>
            <a:pPr marL="285750" indent="-285750" defTabSz="457200">
              <a:spcBef>
                <a:spcPts val="1000"/>
              </a:spcBef>
              <a:buFont typeface="Arial" panose="020B0604020202020204" pitchFamily="34" charset="0"/>
              <a:buChar char="•"/>
            </a:pPr>
            <a:r>
              <a:rPr lang="lt-LT" sz="1600" b="1" kern="1200" dirty="0">
                <a:latin typeface="Arial" panose="020B0604020202020204" pitchFamily="34" charset="0"/>
                <a:ea typeface="Tahoma" panose="020B0604030504040204" pitchFamily="34" charset="0"/>
                <a:cs typeface="Arial" panose="020B0604020202020204" pitchFamily="34" charset="0"/>
              </a:rPr>
              <a:t>2 PhD </a:t>
            </a:r>
            <a:r>
              <a:rPr lang="lt-LT" sz="1600" b="1" kern="1200" dirty="0" err="1">
                <a:latin typeface="Arial" panose="020B0604020202020204" pitchFamily="34" charset="0"/>
                <a:ea typeface="Tahoma" panose="020B0604030504040204" pitchFamily="34" charset="0"/>
                <a:cs typeface="Arial" panose="020B0604020202020204" pitchFamily="34" charset="0"/>
              </a:rPr>
              <a:t>programmes</a:t>
            </a:r>
            <a:endParaRPr lang="en-US" sz="1600" b="1" kern="1200" dirty="0">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307879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C81ECD-F75B-3E67-5BE7-B55D8470332B}"/>
              </a:ext>
            </a:extLst>
          </p:cNvPr>
          <p:cNvSpPr>
            <a:spLocks noGrp="1"/>
          </p:cNvSpPr>
          <p:nvPr>
            <p:ph type="body" sz="quarter" idx="11"/>
          </p:nvPr>
        </p:nvSpPr>
        <p:spPr/>
        <p:txBody>
          <a:bodyPr/>
          <a:lstStyle/>
          <a:p>
            <a:r>
              <a:rPr lang="en-US" dirty="0"/>
              <a:t>RG Multidisciplinary Models</a:t>
            </a:r>
          </a:p>
        </p:txBody>
      </p:sp>
      <p:sp>
        <p:nvSpPr>
          <p:cNvPr id="13" name="Text Placeholder 12">
            <a:extLst>
              <a:ext uri="{FF2B5EF4-FFF2-40B4-BE49-F238E27FC236}">
                <a16:creationId xmlns:a16="http://schemas.microsoft.com/office/drawing/2014/main" id="{47171178-57C1-33ED-3B96-8D369387CBF7}"/>
              </a:ext>
            </a:extLst>
          </p:cNvPr>
          <p:cNvSpPr>
            <a:spLocks noGrp="1"/>
          </p:cNvSpPr>
          <p:nvPr/>
        </p:nvSpPr>
        <p:spPr>
          <a:xfrm>
            <a:off x="619249" y="890232"/>
            <a:ext cx="8226909" cy="368900"/>
          </a:xfrm>
          <a:prstGeom prst="rect">
            <a:avLst/>
          </a:prstGeom>
        </p:spPr>
        <p:txBody>
          <a:bodyPr/>
          <a:lstStyle>
            <a:lvl1pPr marL="0" indent="-228600" algn="r" defTabSz="914400" rtl="0" eaLnBrk="1" latinLnBrk="0" hangingPunct="1">
              <a:lnSpc>
                <a:spcPct val="100000"/>
              </a:lnSpc>
              <a:spcBef>
                <a:spcPts val="1000"/>
              </a:spcBef>
              <a:buFont typeface="Arial" panose="020B0604020202020204" pitchFamily="34" charset="0"/>
              <a:buNone/>
              <a:defRPr sz="1600" b="0" kern="1200" baseline="0">
                <a:solidFill>
                  <a:srgbClr val="9BA0AC"/>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l"/>
            <a:endParaRPr lang="en-US" b="1" dirty="0">
              <a:solidFill>
                <a:srgbClr val="50556F"/>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0E79298-50EC-2062-44DB-52A9EB1F72AD}"/>
              </a:ext>
            </a:extLst>
          </p:cNvPr>
          <p:cNvGrpSpPr>
            <a:grpSpLocks noChangeAspect="1"/>
          </p:cNvGrpSpPr>
          <p:nvPr/>
        </p:nvGrpSpPr>
        <p:grpSpPr>
          <a:xfrm>
            <a:off x="544661" y="1903443"/>
            <a:ext cx="6075907" cy="1171624"/>
            <a:chOff x="174492" y="611815"/>
            <a:chExt cx="5063256" cy="976353"/>
          </a:xfrm>
        </p:grpSpPr>
        <p:sp>
          <p:nvSpPr>
            <p:cNvPr id="4" name="Rectangle 3">
              <a:extLst>
                <a:ext uri="{FF2B5EF4-FFF2-40B4-BE49-F238E27FC236}">
                  <a16:creationId xmlns:a16="http://schemas.microsoft.com/office/drawing/2014/main" id="{B9704BE4-A84A-73BC-98D4-E113E8DDB9FE}"/>
                </a:ext>
              </a:extLst>
            </p:cNvPr>
            <p:cNvSpPr/>
            <p:nvPr/>
          </p:nvSpPr>
          <p:spPr>
            <a:xfrm>
              <a:off x="174492" y="611815"/>
              <a:ext cx="5063256" cy="9763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dirty="0"/>
            </a:p>
          </p:txBody>
        </p:sp>
        <p:sp>
          <p:nvSpPr>
            <p:cNvPr id="5" name="Rectangle 4">
              <a:extLst>
                <a:ext uri="{FF2B5EF4-FFF2-40B4-BE49-F238E27FC236}">
                  <a16:creationId xmlns:a16="http://schemas.microsoft.com/office/drawing/2014/main" id="{417462F3-621E-5349-842F-D0AABE6C0104}"/>
                </a:ext>
              </a:extLst>
            </p:cNvPr>
            <p:cNvSpPr/>
            <p:nvPr/>
          </p:nvSpPr>
          <p:spPr>
            <a:xfrm>
              <a:off x="276094" y="717571"/>
              <a:ext cx="3084728" cy="8011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000" b="1" dirty="0"/>
                <a:t>Determination of River </a:t>
              </a:r>
              <a:r>
                <a:rPr lang="en-US" sz="1000" b="1" dirty="0" err="1"/>
                <a:t>Hydromorphological</a:t>
              </a:r>
              <a:r>
                <a:rPr lang="en-US" sz="1000" b="1" dirty="0"/>
                <a:t> Features in Low-Land Rivers from Aerial Imagery and Direct Measurements Using Machine Learning Algorithms </a:t>
              </a:r>
            </a:p>
            <a:p>
              <a:r>
                <a:rPr lang="en-US" sz="1000" i="1" dirty="0"/>
                <a:t>Water</a:t>
              </a:r>
              <a:r>
                <a:rPr lang="en-US" sz="1000" dirty="0"/>
                <a:t> </a:t>
              </a:r>
              <a:r>
                <a:rPr lang="lt-LT" sz="1000" dirty="0"/>
                <a:t>(</a:t>
              </a:r>
              <a:r>
                <a:rPr lang="en-US" sz="1000" dirty="0"/>
                <a:t>2022)</a:t>
              </a:r>
            </a:p>
            <a:p>
              <a:r>
                <a:rPr lang="lt-LT" sz="1000" dirty="0">
                  <a:hlinkClick r:id="rId3"/>
                </a:rPr>
                <a:t>https://doi.org/10.3390/w14244114</a:t>
              </a:r>
              <a:r>
                <a:rPr lang="en-US" sz="1000" dirty="0"/>
                <a:t> </a:t>
              </a:r>
              <a:endParaRPr lang="lt-LT" sz="1000" dirty="0"/>
            </a:p>
          </p:txBody>
        </p:sp>
        <p:pic>
          <p:nvPicPr>
            <p:cNvPr id="12" name="Picture 11">
              <a:extLst>
                <a:ext uri="{FF2B5EF4-FFF2-40B4-BE49-F238E27FC236}">
                  <a16:creationId xmlns:a16="http://schemas.microsoft.com/office/drawing/2014/main" id="{D2BC4FF1-6872-C79E-0152-FC93ABBA24F7}"/>
                </a:ext>
              </a:extLst>
            </p:cNvPr>
            <p:cNvPicPr>
              <a:picLocks noChangeAspect="1"/>
            </p:cNvPicPr>
            <p:nvPr/>
          </p:nvPicPr>
          <p:blipFill>
            <a:blip r:embed="rId4"/>
            <a:stretch>
              <a:fillRect/>
            </a:stretch>
          </p:blipFill>
          <p:spPr>
            <a:xfrm>
              <a:off x="3462425" y="712703"/>
              <a:ext cx="826030" cy="801160"/>
            </a:xfrm>
            <a:prstGeom prst="rect">
              <a:avLst/>
            </a:prstGeom>
          </p:spPr>
        </p:pic>
        <p:pic>
          <p:nvPicPr>
            <p:cNvPr id="15" name="Picture 14">
              <a:extLst>
                <a:ext uri="{FF2B5EF4-FFF2-40B4-BE49-F238E27FC236}">
                  <a16:creationId xmlns:a16="http://schemas.microsoft.com/office/drawing/2014/main" id="{3A4CE19F-3C8A-AD12-804E-9DC3BC20DE6C}"/>
                </a:ext>
              </a:extLst>
            </p:cNvPr>
            <p:cNvPicPr>
              <a:picLocks noChangeAspect="1"/>
            </p:cNvPicPr>
            <p:nvPr/>
          </p:nvPicPr>
          <p:blipFill>
            <a:blip r:embed="rId5"/>
            <a:stretch>
              <a:fillRect/>
            </a:stretch>
          </p:blipFill>
          <p:spPr>
            <a:xfrm>
              <a:off x="4356894" y="712703"/>
              <a:ext cx="780521" cy="806028"/>
            </a:xfrm>
            <a:prstGeom prst="rect">
              <a:avLst/>
            </a:prstGeom>
          </p:spPr>
        </p:pic>
      </p:grpSp>
      <p:grpSp>
        <p:nvGrpSpPr>
          <p:cNvPr id="20" name="Group 19">
            <a:extLst>
              <a:ext uri="{FF2B5EF4-FFF2-40B4-BE49-F238E27FC236}">
                <a16:creationId xmlns:a16="http://schemas.microsoft.com/office/drawing/2014/main" id="{91E7A01A-3741-CBBC-1CE1-6744D5312DEF}"/>
              </a:ext>
            </a:extLst>
          </p:cNvPr>
          <p:cNvGrpSpPr>
            <a:grpSpLocks noChangeAspect="1"/>
          </p:cNvGrpSpPr>
          <p:nvPr/>
        </p:nvGrpSpPr>
        <p:grpSpPr>
          <a:xfrm>
            <a:off x="544661" y="4694448"/>
            <a:ext cx="6075907" cy="1171624"/>
            <a:chOff x="238660" y="4050266"/>
            <a:chExt cx="5063256" cy="976353"/>
          </a:xfrm>
        </p:grpSpPr>
        <p:grpSp>
          <p:nvGrpSpPr>
            <p:cNvPr id="23" name="Group 22">
              <a:extLst>
                <a:ext uri="{FF2B5EF4-FFF2-40B4-BE49-F238E27FC236}">
                  <a16:creationId xmlns:a16="http://schemas.microsoft.com/office/drawing/2014/main" id="{227E91DA-3BA8-DD60-5D92-A19CB5B3D0F8}"/>
                </a:ext>
              </a:extLst>
            </p:cNvPr>
            <p:cNvGrpSpPr/>
            <p:nvPr/>
          </p:nvGrpSpPr>
          <p:grpSpPr>
            <a:xfrm>
              <a:off x="238660" y="4050266"/>
              <a:ext cx="5063256" cy="976353"/>
              <a:chOff x="174492" y="611815"/>
              <a:chExt cx="5063256" cy="976353"/>
            </a:xfrm>
          </p:grpSpPr>
          <p:sp>
            <p:nvSpPr>
              <p:cNvPr id="27" name="Rectangle 26">
                <a:extLst>
                  <a:ext uri="{FF2B5EF4-FFF2-40B4-BE49-F238E27FC236}">
                    <a16:creationId xmlns:a16="http://schemas.microsoft.com/office/drawing/2014/main" id="{7C93F03D-48D8-E5FE-0664-BBD6D7A3FEF8}"/>
                  </a:ext>
                </a:extLst>
              </p:cNvPr>
              <p:cNvSpPr/>
              <p:nvPr/>
            </p:nvSpPr>
            <p:spPr>
              <a:xfrm>
                <a:off x="174492" y="611815"/>
                <a:ext cx="5063256" cy="9763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dirty="0"/>
              </a:p>
            </p:txBody>
          </p:sp>
          <p:sp>
            <p:nvSpPr>
              <p:cNvPr id="28" name="Rectangle 27">
                <a:extLst>
                  <a:ext uri="{FF2B5EF4-FFF2-40B4-BE49-F238E27FC236}">
                    <a16:creationId xmlns:a16="http://schemas.microsoft.com/office/drawing/2014/main" id="{56E5C1AB-6738-E725-4DC7-3E75F84AE387}"/>
                  </a:ext>
                </a:extLst>
              </p:cNvPr>
              <p:cNvSpPr/>
              <p:nvPr/>
            </p:nvSpPr>
            <p:spPr>
              <a:xfrm>
                <a:off x="276094" y="717571"/>
                <a:ext cx="3084728" cy="8011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000" b="1" dirty="0"/>
                  <a:t>Synthesis of highly convergent 2D and 3D finite elements for short acoustic wave simulation</a:t>
                </a:r>
                <a:endParaRPr lang="lt-LT" sz="1000" b="1" dirty="0"/>
              </a:p>
              <a:p>
                <a:r>
                  <a:rPr lang="lt-LT" sz="1000" i="1" dirty="0" err="1"/>
                  <a:t>Wave</a:t>
                </a:r>
                <a:r>
                  <a:rPr lang="lt-LT" sz="1000" i="1" dirty="0"/>
                  <a:t> </a:t>
                </a:r>
                <a:r>
                  <a:rPr lang="lt-LT" sz="1000" i="1" dirty="0" err="1"/>
                  <a:t>Motion</a:t>
                </a:r>
                <a:r>
                  <a:rPr lang="lt-LT" sz="1000" i="1" dirty="0"/>
                  <a:t> </a:t>
                </a:r>
                <a:r>
                  <a:rPr lang="lt-LT" sz="1000" dirty="0"/>
                  <a:t>(</a:t>
                </a:r>
                <a:r>
                  <a:rPr lang="en-US" sz="1000" dirty="0"/>
                  <a:t>202</a:t>
                </a:r>
                <a:r>
                  <a:rPr lang="lt-LT" sz="1000" dirty="0"/>
                  <a:t>0</a:t>
                </a:r>
                <a:r>
                  <a:rPr lang="en-US" sz="1000" dirty="0"/>
                  <a:t>)</a:t>
                </a:r>
                <a:endParaRPr lang="lt-LT" sz="1000" dirty="0"/>
              </a:p>
              <a:p>
                <a:r>
                  <a:rPr lang="en-US" sz="1000" dirty="0">
                    <a:hlinkClick r:id="rId6"/>
                  </a:rPr>
                  <a:t>https://doi.org/10.1016/j.wavemoti.2020.102515</a:t>
                </a:r>
                <a:r>
                  <a:rPr lang="lt-LT" sz="1000" dirty="0"/>
                  <a:t> </a:t>
                </a:r>
                <a:endParaRPr lang="en-US" sz="1000" dirty="0"/>
              </a:p>
            </p:txBody>
          </p:sp>
        </p:grpSp>
        <p:pic>
          <p:nvPicPr>
            <p:cNvPr id="25" name="Picture 24">
              <a:extLst>
                <a:ext uri="{FF2B5EF4-FFF2-40B4-BE49-F238E27FC236}">
                  <a16:creationId xmlns:a16="http://schemas.microsoft.com/office/drawing/2014/main" id="{87FEC609-879E-4ECD-AEE4-37EBF6FD333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526695" y="4242111"/>
              <a:ext cx="828000" cy="619245"/>
            </a:xfrm>
            <a:prstGeom prst="rect">
              <a:avLst/>
            </a:prstGeom>
            <a:noFill/>
            <a:ln>
              <a:noFill/>
            </a:ln>
          </p:spPr>
        </p:pic>
        <p:pic>
          <p:nvPicPr>
            <p:cNvPr id="26" name="Picture 25">
              <a:extLst>
                <a:ext uri="{FF2B5EF4-FFF2-40B4-BE49-F238E27FC236}">
                  <a16:creationId xmlns:a16="http://schemas.microsoft.com/office/drawing/2014/main" id="{A7E0DE3F-1154-A474-4EAE-461F9FA3AB8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352623" y="4247596"/>
              <a:ext cx="828000" cy="621320"/>
            </a:xfrm>
            <a:prstGeom prst="rect">
              <a:avLst/>
            </a:prstGeom>
            <a:noFill/>
            <a:ln>
              <a:noFill/>
            </a:ln>
          </p:spPr>
        </p:pic>
      </p:grpSp>
      <p:grpSp>
        <p:nvGrpSpPr>
          <p:cNvPr id="29" name="Group 28">
            <a:extLst>
              <a:ext uri="{FF2B5EF4-FFF2-40B4-BE49-F238E27FC236}">
                <a16:creationId xmlns:a16="http://schemas.microsoft.com/office/drawing/2014/main" id="{655674FF-8A8A-AE7C-E029-36BB2F3C8942}"/>
              </a:ext>
            </a:extLst>
          </p:cNvPr>
          <p:cNvGrpSpPr>
            <a:grpSpLocks noChangeAspect="1"/>
          </p:cNvGrpSpPr>
          <p:nvPr/>
        </p:nvGrpSpPr>
        <p:grpSpPr>
          <a:xfrm>
            <a:off x="544661" y="3288876"/>
            <a:ext cx="6075907" cy="1189290"/>
            <a:chOff x="238660" y="2903184"/>
            <a:chExt cx="5063256" cy="991075"/>
          </a:xfrm>
        </p:grpSpPr>
        <p:grpSp>
          <p:nvGrpSpPr>
            <p:cNvPr id="30" name="Group 29">
              <a:extLst>
                <a:ext uri="{FF2B5EF4-FFF2-40B4-BE49-F238E27FC236}">
                  <a16:creationId xmlns:a16="http://schemas.microsoft.com/office/drawing/2014/main" id="{0E78F235-4B02-DAC4-B12A-7FD113A65A43}"/>
                </a:ext>
              </a:extLst>
            </p:cNvPr>
            <p:cNvGrpSpPr/>
            <p:nvPr/>
          </p:nvGrpSpPr>
          <p:grpSpPr>
            <a:xfrm>
              <a:off x="238660" y="2903184"/>
              <a:ext cx="5063256" cy="991075"/>
              <a:chOff x="1663700" y="3024871"/>
              <a:chExt cx="5063256" cy="991075"/>
            </a:xfrm>
          </p:grpSpPr>
          <p:sp>
            <p:nvSpPr>
              <p:cNvPr id="33" name="Rectangle 32">
                <a:extLst>
                  <a:ext uri="{FF2B5EF4-FFF2-40B4-BE49-F238E27FC236}">
                    <a16:creationId xmlns:a16="http://schemas.microsoft.com/office/drawing/2014/main" id="{B27A85F4-A108-7630-40AC-965163A1C84F}"/>
                  </a:ext>
                </a:extLst>
              </p:cNvPr>
              <p:cNvSpPr/>
              <p:nvPr/>
            </p:nvSpPr>
            <p:spPr>
              <a:xfrm>
                <a:off x="1663700" y="3024871"/>
                <a:ext cx="5063256" cy="9910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dirty="0"/>
              </a:p>
            </p:txBody>
          </p:sp>
          <p:sp>
            <p:nvSpPr>
              <p:cNvPr id="34" name="Rectangle 33">
                <a:extLst>
                  <a:ext uri="{FF2B5EF4-FFF2-40B4-BE49-F238E27FC236}">
                    <a16:creationId xmlns:a16="http://schemas.microsoft.com/office/drawing/2014/main" id="{199D7812-A4A4-4934-350F-5F50FEF7D0FB}"/>
                  </a:ext>
                </a:extLst>
              </p:cNvPr>
              <p:cNvSpPr/>
              <p:nvPr/>
            </p:nvSpPr>
            <p:spPr>
              <a:xfrm>
                <a:off x="3631153" y="3123996"/>
                <a:ext cx="2939327" cy="8292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000" b="1" dirty="0"/>
                  <a:t>Urban change detection from aerial images using convolutional neural networks and transfer learning</a:t>
                </a:r>
                <a:endParaRPr lang="lt-LT" sz="1000" b="1" dirty="0"/>
              </a:p>
              <a:p>
                <a:r>
                  <a:rPr lang="en-US" sz="1000" i="1" dirty="0"/>
                  <a:t>ISPRS International Journal of Geo-Information</a:t>
                </a:r>
                <a:r>
                  <a:rPr lang="en-US" sz="1000" dirty="0"/>
                  <a:t>  (2022) </a:t>
                </a:r>
              </a:p>
              <a:p>
                <a:r>
                  <a:rPr lang="en-US" sz="1000" dirty="0">
                    <a:hlinkClick r:id="rId9"/>
                  </a:rPr>
                  <a:t>https://doi.org/10.3390/ijgi11040246</a:t>
                </a:r>
                <a:r>
                  <a:rPr lang="en-US" sz="1000" dirty="0"/>
                  <a:t> </a:t>
                </a:r>
                <a:endParaRPr lang="lt-LT" sz="1000" dirty="0"/>
              </a:p>
            </p:txBody>
          </p:sp>
        </p:grpSp>
        <p:pic>
          <p:nvPicPr>
            <p:cNvPr id="31" name="Picture 30" descr="A picture containing tree, aerial, aerial photography, outdoor&#10;&#10;Description automatically generated">
              <a:extLst>
                <a:ext uri="{FF2B5EF4-FFF2-40B4-BE49-F238E27FC236}">
                  <a16:creationId xmlns:a16="http://schemas.microsoft.com/office/drawing/2014/main" id="{CBBE0B2D-1EE9-DDE7-ADE4-2D59859AF26C}"/>
                </a:ext>
              </a:extLst>
            </p:cNvPr>
            <p:cNvPicPr>
              <a:picLocks noChangeAspect="1"/>
            </p:cNvPicPr>
            <p:nvPr/>
          </p:nvPicPr>
          <p:blipFill>
            <a:blip r:embed="rId10"/>
            <a:stretch>
              <a:fillRect/>
            </a:stretch>
          </p:blipFill>
          <p:spPr>
            <a:xfrm>
              <a:off x="340262" y="2984721"/>
              <a:ext cx="828000" cy="828000"/>
            </a:xfrm>
            <a:prstGeom prst="rect">
              <a:avLst/>
            </a:prstGeom>
          </p:spPr>
        </p:pic>
        <p:pic>
          <p:nvPicPr>
            <p:cNvPr id="32" name="Picture 31" descr="A picture containing screenshot, colorfulness&#10;&#10;Description automatically generated">
              <a:extLst>
                <a:ext uri="{FF2B5EF4-FFF2-40B4-BE49-F238E27FC236}">
                  <a16:creationId xmlns:a16="http://schemas.microsoft.com/office/drawing/2014/main" id="{30916137-F0B9-CB02-EFD7-E6311ED706F9}"/>
                </a:ext>
              </a:extLst>
            </p:cNvPr>
            <p:cNvPicPr>
              <a:picLocks noChangeAspect="1"/>
            </p:cNvPicPr>
            <p:nvPr/>
          </p:nvPicPr>
          <p:blipFill>
            <a:blip r:embed="rId11"/>
            <a:stretch>
              <a:fillRect/>
            </a:stretch>
          </p:blipFill>
          <p:spPr>
            <a:xfrm>
              <a:off x="1203154" y="2983733"/>
              <a:ext cx="828000" cy="828000"/>
            </a:xfrm>
            <a:prstGeom prst="rect">
              <a:avLst/>
            </a:prstGeom>
          </p:spPr>
        </p:pic>
      </p:grpSp>
      <p:sp>
        <p:nvSpPr>
          <p:cNvPr id="43" name="TextBox 42">
            <a:extLst>
              <a:ext uri="{FF2B5EF4-FFF2-40B4-BE49-F238E27FC236}">
                <a16:creationId xmlns:a16="http://schemas.microsoft.com/office/drawing/2014/main" id="{D5DBE98E-E36F-185F-2284-EFBAE007D884}"/>
              </a:ext>
            </a:extLst>
          </p:cNvPr>
          <p:cNvSpPr txBox="1"/>
          <p:nvPr/>
        </p:nvSpPr>
        <p:spPr>
          <a:xfrm>
            <a:off x="7165425" y="1954014"/>
            <a:ext cx="4285404" cy="223073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Image and signal processing and analysis</a:t>
            </a:r>
          </a:p>
          <a:p>
            <a:pPr marL="285750" indent="-285750">
              <a:lnSpc>
                <a:spcPct val="200000"/>
              </a:lnSpc>
              <a:buFont typeface="Arial" panose="020B0604020202020204" pitchFamily="34" charset="0"/>
              <a:buChar char="•"/>
            </a:pPr>
            <a:r>
              <a:rPr lang="en-US" dirty="0"/>
              <a:t>Artificial intelligence algorithms</a:t>
            </a:r>
            <a:endParaRPr lang="es-ES" dirty="0"/>
          </a:p>
          <a:p>
            <a:pPr marL="285750" indent="-285750">
              <a:lnSpc>
                <a:spcPct val="200000"/>
              </a:lnSpc>
              <a:buFont typeface="Arial" panose="020B0604020202020204" pitchFamily="34" charset="0"/>
              <a:buChar char="•"/>
            </a:pPr>
            <a:r>
              <a:rPr lang="en-US" dirty="0"/>
              <a:t>Intelligent decision-making systems</a:t>
            </a:r>
          </a:p>
          <a:p>
            <a:pPr marL="285750" indent="-285750">
              <a:lnSpc>
                <a:spcPct val="200000"/>
              </a:lnSpc>
              <a:buFont typeface="Arial" panose="020B0604020202020204" pitchFamily="34" charset="0"/>
              <a:buChar char="•"/>
            </a:pPr>
            <a:r>
              <a:rPr lang="en-US" dirty="0"/>
              <a:t>Numerical models of complex systems</a:t>
            </a:r>
          </a:p>
        </p:txBody>
      </p:sp>
    </p:spTree>
    <p:extLst>
      <p:ext uri="{BB962C8B-B14F-4D97-AF65-F5344CB8AC3E}">
        <p14:creationId xmlns:p14="http://schemas.microsoft.com/office/powerpoint/2010/main" val="924437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97A9-F982-2F2A-1601-50A4DEA7BB3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B51046-AB2E-577D-C932-807090102135}"/>
              </a:ext>
            </a:extLst>
          </p:cNvPr>
          <p:cNvSpPr>
            <a:spLocks noGrp="1"/>
          </p:cNvSpPr>
          <p:nvPr>
            <p:ph type="body" sz="quarter" idx="10"/>
          </p:nvPr>
        </p:nvSpPr>
        <p:spPr/>
        <p:txBody>
          <a:bodyPr/>
          <a:lstStyle/>
          <a:p>
            <a:r>
              <a:rPr lang="lt-LT" dirty="0" err="1"/>
              <a:t>Assoc</a:t>
            </a:r>
            <a:r>
              <a:rPr lang="lt-LT" dirty="0"/>
              <a:t>. prof. dr. </a:t>
            </a:r>
            <a:r>
              <a:rPr lang="en-US" dirty="0"/>
              <a:t>Dalia </a:t>
            </a:r>
            <a:r>
              <a:rPr lang="lt-LT" dirty="0"/>
              <a:t>Čalnerytė</a:t>
            </a:r>
            <a:br>
              <a:rPr lang="lt-LT" dirty="0"/>
            </a:br>
            <a:r>
              <a:rPr lang="lt-LT" dirty="0" err="1">
                <a:hlinkClick r:id="rId2"/>
              </a:rPr>
              <a:t>dalia.calneryte</a:t>
            </a:r>
            <a:r>
              <a:rPr lang="en-US" dirty="0">
                <a:hlinkClick r:id="rId2"/>
              </a:rPr>
              <a:t>@ktu.lt</a:t>
            </a:r>
            <a:r>
              <a:rPr lang="en-US" dirty="0"/>
              <a:t> </a:t>
            </a:r>
          </a:p>
        </p:txBody>
      </p:sp>
      <p:sp>
        <p:nvSpPr>
          <p:cNvPr id="3" name="Text Placeholder 2">
            <a:extLst>
              <a:ext uri="{FF2B5EF4-FFF2-40B4-BE49-F238E27FC236}">
                <a16:creationId xmlns:a16="http://schemas.microsoft.com/office/drawing/2014/main" id="{C586071E-2940-5F5F-1297-07DCA13E49F9}"/>
              </a:ext>
            </a:extLst>
          </p:cNvPr>
          <p:cNvSpPr>
            <a:spLocks noGrp="1"/>
          </p:cNvSpPr>
          <p:nvPr>
            <p:ph type="body" sz="quarter" idx="11"/>
          </p:nvPr>
        </p:nvSpPr>
        <p:spPr/>
        <p:txBody>
          <a:bodyPr/>
          <a:lstStyle/>
          <a:p>
            <a:r>
              <a:rPr lang="lt-LT" dirty="0"/>
              <a:t>Time </a:t>
            </a:r>
            <a:r>
              <a:rPr lang="lt-LT" dirty="0" err="1"/>
              <a:t>Series</a:t>
            </a:r>
            <a:r>
              <a:rPr lang="lt-LT" dirty="0"/>
              <a:t> </a:t>
            </a:r>
            <a:r>
              <a:rPr lang="lt-LT" dirty="0" err="1"/>
              <a:t>Analysis</a:t>
            </a:r>
            <a:endParaRPr lang="en-US" dirty="0"/>
          </a:p>
        </p:txBody>
      </p:sp>
      <p:sp>
        <p:nvSpPr>
          <p:cNvPr id="4" name="Text Placeholder 3">
            <a:extLst>
              <a:ext uri="{FF2B5EF4-FFF2-40B4-BE49-F238E27FC236}">
                <a16:creationId xmlns:a16="http://schemas.microsoft.com/office/drawing/2014/main" id="{77DEB339-51FF-27D8-9825-425613473325}"/>
              </a:ext>
            </a:extLst>
          </p:cNvPr>
          <p:cNvSpPr>
            <a:spLocks noGrp="1"/>
          </p:cNvSpPr>
          <p:nvPr>
            <p:ph type="body" sz="quarter" idx="12"/>
          </p:nvPr>
        </p:nvSpPr>
        <p:spPr/>
        <p:txBody>
          <a:bodyPr/>
          <a:lstStyle/>
          <a:p>
            <a:r>
              <a:rPr lang="lt-LT" dirty="0"/>
              <a:t>HUMAN SIDE OF TECHNOLOGY</a:t>
            </a:r>
            <a:endParaRPr lang="en-US" dirty="0"/>
          </a:p>
        </p:txBody>
      </p:sp>
    </p:spTree>
    <p:extLst>
      <p:ext uri="{BB962C8B-B14F-4D97-AF65-F5344CB8AC3E}">
        <p14:creationId xmlns:p14="http://schemas.microsoft.com/office/powerpoint/2010/main" val="4246359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B71CA1-2A3E-0406-2C87-2FEBB524EEE1}"/>
              </a:ext>
            </a:extLst>
          </p:cNvPr>
          <p:cNvSpPr>
            <a:spLocks noGrp="1"/>
          </p:cNvSpPr>
          <p:nvPr>
            <p:ph type="body" sz="quarter" idx="11"/>
          </p:nvPr>
        </p:nvSpPr>
        <p:spPr/>
        <p:txBody>
          <a:bodyPr/>
          <a:lstStyle/>
          <a:p>
            <a:r>
              <a:rPr lang="lt-LT" dirty="0" err="1"/>
              <a:t>Outline</a:t>
            </a:r>
            <a:endParaRPr lang="en-US" dirty="0"/>
          </a:p>
        </p:txBody>
      </p:sp>
      <p:sp>
        <p:nvSpPr>
          <p:cNvPr id="3" name="Text Placeholder 2">
            <a:extLst>
              <a:ext uri="{FF2B5EF4-FFF2-40B4-BE49-F238E27FC236}">
                <a16:creationId xmlns:a16="http://schemas.microsoft.com/office/drawing/2014/main" id="{E600E4A9-1370-9D60-AD29-81D8F61E37B6}"/>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6C8C4C61-9006-6E78-7613-342BC7594F4F}"/>
              </a:ext>
            </a:extLst>
          </p:cNvPr>
          <p:cNvSpPr>
            <a:spLocks noGrp="1"/>
          </p:cNvSpPr>
          <p:nvPr>
            <p:ph type="body" sz="quarter" idx="15"/>
          </p:nvPr>
        </p:nvSpPr>
        <p:spPr>
          <a:xfrm>
            <a:off x="639930" y="2079523"/>
            <a:ext cx="9828212" cy="4155821"/>
          </a:xfrm>
        </p:spPr>
        <p:txBody>
          <a:bodyPr/>
          <a:lstStyle/>
          <a:p>
            <a:pPr marL="285750" indent="-285750">
              <a:spcBef>
                <a:spcPts val="1200"/>
              </a:spcBef>
              <a:buFont typeface="Arial" panose="020B0604020202020204" pitchFamily="34" charset="0"/>
              <a:buChar char="•"/>
            </a:pPr>
            <a:r>
              <a:rPr lang="lt-LT" sz="1800" dirty="0"/>
              <a:t>Time series</a:t>
            </a:r>
            <a:r>
              <a:rPr lang="en-US" sz="1800" dirty="0"/>
              <a:t> characteristics</a:t>
            </a:r>
            <a:endParaRPr lang="lt-LT" sz="1800" dirty="0"/>
          </a:p>
          <a:p>
            <a:pPr marL="285750" indent="-285750">
              <a:spcBef>
                <a:spcPts val="1200"/>
              </a:spcBef>
              <a:buFont typeface="Arial" panose="020B0604020202020204" pitchFamily="34" charset="0"/>
              <a:buChar char="•"/>
            </a:pPr>
            <a:r>
              <a:rPr lang="en-US" sz="1800" dirty="0"/>
              <a:t>Evaluation of t</a:t>
            </a:r>
            <a:r>
              <a:rPr lang="lt-LT" sz="1800" dirty="0"/>
              <a:t>ime series forecasting</a:t>
            </a:r>
          </a:p>
          <a:p>
            <a:pPr marL="285750" indent="-285750">
              <a:spcBef>
                <a:spcPts val="1200"/>
              </a:spcBef>
              <a:buFont typeface="Arial" panose="020B0604020202020204" pitchFamily="34" charset="0"/>
              <a:buChar char="•"/>
            </a:pPr>
            <a:r>
              <a:rPr lang="en-US" sz="1800" dirty="0"/>
              <a:t>Traditional m</a:t>
            </a:r>
            <a:r>
              <a:rPr lang="lt-LT" sz="1800" dirty="0"/>
              <a:t>ethods for forecasting time series </a:t>
            </a:r>
            <a:r>
              <a:rPr lang="en-US" sz="1800" dirty="0"/>
              <a:t>(ARIMA, exponential smoothing)</a:t>
            </a:r>
            <a:endParaRPr lang="lt-LT" sz="1800" dirty="0"/>
          </a:p>
          <a:p>
            <a:pPr marL="285750" indent="-285750">
              <a:spcBef>
                <a:spcPts val="1200"/>
              </a:spcBef>
              <a:buFont typeface="Arial" panose="020B0604020202020204" pitchFamily="34" charset="0"/>
              <a:buChar char="•"/>
            </a:pPr>
            <a:r>
              <a:rPr lang="en-US" sz="1800" dirty="0"/>
              <a:t>Machine learning methods (multilayer perceptron, random forest) </a:t>
            </a:r>
            <a:r>
              <a:rPr lang="lt-LT" sz="1800" dirty="0"/>
              <a:t>in time series analysis</a:t>
            </a:r>
            <a:endParaRPr lang="en-US" sz="1800" dirty="0"/>
          </a:p>
          <a:p>
            <a:pPr marL="285750" indent="-285750">
              <a:spcBef>
                <a:spcPts val="1200"/>
              </a:spcBef>
              <a:buFont typeface="Arial" panose="020B0604020202020204" pitchFamily="34" charset="0"/>
              <a:buChar char="•"/>
            </a:pPr>
            <a:r>
              <a:rPr lang="en-US" sz="1800" dirty="0"/>
              <a:t>Time series clustering </a:t>
            </a:r>
          </a:p>
          <a:p>
            <a:pPr marL="285750" indent="-285750">
              <a:spcBef>
                <a:spcPts val="1200"/>
              </a:spcBef>
              <a:buFont typeface="Arial" panose="020B0604020202020204" pitchFamily="34" charset="0"/>
              <a:buChar char="•"/>
            </a:pPr>
            <a:r>
              <a:rPr lang="en-US" sz="1800" dirty="0"/>
              <a:t>Anomaly detection in time series</a:t>
            </a:r>
            <a:endParaRPr lang="lt-LT" sz="1800" dirty="0"/>
          </a:p>
        </p:txBody>
      </p:sp>
    </p:spTree>
    <p:extLst>
      <p:ext uri="{BB962C8B-B14F-4D97-AF65-F5344CB8AC3E}">
        <p14:creationId xmlns:p14="http://schemas.microsoft.com/office/powerpoint/2010/main" val="139569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6682C8-FFEB-C1E5-CE95-83C5396FF199}"/>
              </a:ext>
            </a:extLst>
          </p:cNvPr>
          <p:cNvSpPr>
            <a:spLocks noGrp="1"/>
          </p:cNvSpPr>
          <p:nvPr>
            <p:ph type="body" sz="quarter" idx="11"/>
          </p:nvPr>
        </p:nvSpPr>
        <p:spPr/>
        <p:txBody>
          <a:bodyPr/>
          <a:lstStyle/>
          <a:p>
            <a:r>
              <a:rPr lang="en-US" dirty="0"/>
              <a:t>Time Series</a:t>
            </a:r>
          </a:p>
        </p:txBody>
      </p:sp>
      <p:sp>
        <p:nvSpPr>
          <p:cNvPr id="3" name="Text Placeholder 2">
            <a:extLst>
              <a:ext uri="{FF2B5EF4-FFF2-40B4-BE49-F238E27FC236}">
                <a16:creationId xmlns:a16="http://schemas.microsoft.com/office/drawing/2014/main" id="{DD8834C8-381D-2866-EBA5-8A25F1F2A1A6}"/>
              </a:ext>
            </a:extLst>
          </p:cNvPr>
          <p:cNvSpPr>
            <a:spLocks noGrp="1"/>
          </p:cNvSpPr>
          <p:nvPr>
            <p:ph type="body" sz="quarter" idx="14"/>
          </p:nvPr>
        </p:nvSpPr>
        <p:spPr/>
        <p:txBody>
          <a:bodyPr/>
          <a:lstStyle/>
          <a:p>
            <a:endParaRPr lang="en-US"/>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D461398-4D3D-7590-86FF-651E8A23CD8D}"/>
                  </a:ext>
                </a:extLst>
              </p:cNvPr>
              <p:cNvSpPr txBox="1"/>
              <p:nvPr/>
            </p:nvSpPr>
            <p:spPr>
              <a:xfrm>
                <a:off x="700480" y="1793714"/>
                <a:ext cx="9425032" cy="982833"/>
              </a:xfrm>
              <a:prstGeom prst="rect">
                <a:avLst/>
              </a:prstGeom>
              <a:noFill/>
            </p:spPr>
            <p:txBody>
              <a:bodyPr wrap="square">
                <a:spAutoFit/>
              </a:bodyPr>
              <a:lstStyle/>
              <a:p>
                <a:pPr>
                  <a:lnSpc>
                    <a:spcPct val="110000"/>
                  </a:lnSpc>
                </a:pPr>
                <a:r>
                  <a:rPr lang="en-US" b="0" i="0" dirty="0">
                    <a:solidFill>
                      <a:srgbClr val="000000"/>
                    </a:solidFill>
                    <a:effectLst/>
                    <a:latin typeface="Arial" panose="020B0604020202020204" pitchFamily="34" charset="0"/>
                    <a:cs typeface="Arial" panose="020B0604020202020204" pitchFamily="34" charset="0"/>
                  </a:rPr>
                  <a:t>A </a:t>
                </a:r>
                <a:r>
                  <a:rPr lang="en-US" b="1" i="0" dirty="0">
                    <a:solidFill>
                      <a:srgbClr val="000000"/>
                    </a:solidFill>
                    <a:effectLst/>
                    <a:latin typeface="Arial" panose="020B0604020202020204" pitchFamily="34" charset="0"/>
                    <a:cs typeface="Arial" panose="020B0604020202020204" pitchFamily="34" charset="0"/>
                  </a:rPr>
                  <a:t>time series </a:t>
                </a:r>
                <a:r>
                  <a:rPr lang="en-US" b="0" i="0" dirty="0">
                    <a:solidFill>
                      <a:srgbClr val="000000"/>
                    </a:solidFill>
                    <a:effectLst/>
                    <a:latin typeface="Arial" panose="020B0604020202020204" pitchFamily="34" charset="0"/>
                    <a:cs typeface="Arial" panose="020B0604020202020204" pitchFamily="34" charset="0"/>
                  </a:rPr>
                  <a:t>is a time-ordered sequence of observation values of variable(s) (</a:t>
                </a:r>
                <a:r>
                  <a:rPr lang="en-US" b="0" i="1" dirty="0">
                    <a:solidFill>
                      <a:srgbClr val="000000"/>
                    </a:solidFill>
                    <a:effectLst/>
                    <a:latin typeface="Arial" panose="020B0604020202020204" pitchFamily="34" charset="0"/>
                    <a:cs typeface="Arial" panose="020B0604020202020204" pitchFamily="34" charset="0"/>
                  </a:rPr>
                  <a:t>physical, financial, …</a:t>
                </a:r>
                <a:r>
                  <a:rPr lang="en-US" b="0" i="0" dirty="0">
                    <a:solidFill>
                      <a:srgbClr val="000000"/>
                    </a:solidFill>
                    <a:effectLst/>
                    <a:latin typeface="Arial" panose="020B0604020202020204" pitchFamily="34" charset="0"/>
                    <a:cs typeface="Arial" panose="020B0604020202020204" pitchFamily="34" charset="0"/>
                  </a:rPr>
                  <a:t>) made at equally spaced time intervals </a:t>
                </a:r>
                <a14:m>
                  <m:oMath xmlns:m="http://schemas.openxmlformats.org/officeDocument/2006/math">
                    <m:r>
                      <m:rPr>
                        <m:sty m:val="p"/>
                      </m:rPr>
                      <a:rPr lang="en-US" b="0" i="0" smtClean="0">
                        <a:solidFill>
                          <a:srgbClr val="000000"/>
                        </a:solidFill>
                        <a:effectLst/>
                        <a:latin typeface="Cambria Math" panose="02040503050406030204" pitchFamily="18" charset="0"/>
                        <a:cs typeface="Arial" panose="020B0604020202020204" pitchFamily="34" charset="0"/>
                      </a:rPr>
                      <m:t>Δ</m:t>
                    </m:r>
                    <m:r>
                      <a:rPr lang="en-US" b="0" i="1" smtClean="0">
                        <a:solidFill>
                          <a:srgbClr val="000000"/>
                        </a:solidFill>
                        <a:effectLst/>
                        <a:latin typeface="Cambria Math" panose="02040503050406030204" pitchFamily="18" charset="0"/>
                        <a:cs typeface="Arial" panose="020B0604020202020204" pitchFamily="34" charset="0"/>
                      </a:rPr>
                      <m:t>𝑡</m:t>
                    </m:r>
                  </m:oMath>
                </a14:m>
                <a:r>
                  <a:rPr lang="en-US" b="0" i="0" dirty="0">
                    <a:solidFill>
                      <a:srgbClr val="000000"/>
                    </a:solidFill>
                    <a:effectLst/>
                    <a:latin typeface="Arial" panose="020B0604020202020204" pitchFamily="34" charset="0"/>
                    <a:cs typeface="Arial" panose="020B0604020202020204" pitchFamily="34" charset="0"/>
                  </a:rPr>
                  <a:t>, represented as a set of discrete values</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2</m:t>
                        </m:r>
                      </m:sub>
                    </m:sSub>
                    <m:r>
                      <a:rPr lang="en-US" b="0" i="1" smtClean="0">
                        <a:latin typeface="Cambria Math" panose="02040503050406030204" pitchFamily="18" charset="0"/>
                        <a:cs typeface="Arial" panose="020B0604020202020204" pitchFamily="34" charset="0"/>
                      </a:rPr>
                      <m:t>, </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3</m:t>
                        </m:r>
                      </m:sub>
                    </m:sSub>
                    <m:r>
                      <a:rPr lang="en-US" b="0" i="1" smtClean="0">
                        <a:latin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p:txBody>
          </p:sp>
        </mc:Choice>
        <mc:Fallback>
          <p:sp>
            <p:nvSpPr>
              <p:cNvPr id="7" name="TextBox 6">
                <a:extLst>
                  <a:ext uri="{FF2B5EF4-FFF2-40B4-BE49-F238E27FC236}">
                    <a16:creationId xmlns:a16="http://schemas.microsoft.com/office/drawing/2014/main" id="{3D461398-4D3D-7590-86FF-651E8A23CD8D}"/>
                  </a:ext>
                </a:extLst>
              </p:cNvPr>
              <p:cNvSpPr txBox="1">
                <a:spLocks noRot="1" noChangeAspect="1" noMove="1" noResize="1" noEditPoints="1" noAdjustHandles="1" noChangeArrowheads="1" noChangeShapeType="1" noTextEdit="1"/>
              </p:cNvSpPr>
              <p:nvPr/>
            </p:nvSpPr>
            <p:spPr>
              <a:xfrm>
                <a:off x="700480" y="1793714"/>
                <a:ext cx="9425032" cy="982833"/>
              </a:xfrm>
              <a:prstGeom prst="rect">
                <a:avLst/>
              </a:prstGeom>
              <a:blipFill>
                <a:blip r:embed="rId2"/>
                <a:stretch>
                  <a:fillRect l="-582" t="-2484" b="-931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3F692D23-913E-9027-1658-A3EC35F6DE89}"/>
              </a:ext>
            </a:extLst>
          </p:cNvPr>
          <p:cNvPicPr>
            <a:picLocks noChangeAspect="1"/>
          </p:cNvPicPr>
          <p:nvPr/>
        </p:nvPicPr>
        <p:blipFill>
          <a:blip r:embed="rId3"/>
          <a:stretch>
            <a:fillRect/>
          </a:stretch>
        </p:blipFill>
        <p:spPr>
          <a:xfrm>
            <a:off x="641644" y="2737039"/>
            <a:ext cx="3720631" cy="2899439"/>
          </a:xfrm>
          <a:prstGeom prst="rect">
            <a:avLst/>
          </a:prstGeom>
        </p:spPr>
      </p:pic>
      <p:pic>
        <p:nvPicPr>
          <p:cNvPr id="14" name="Picture 13">
            <a:extLst>
              <a:ext uri="{FF2B5EF4-FFF2-40B4-BE49-F238E27FC236}">
                <a16:creationId xmlns:a16="http://schemas.microsoft.com/office/drawing/2014/main" id="{C4111ABB-1546-2B84-C4FA-22A77012FD89}"/>
              </a:ext>
            </a:extLst>
          </p:cNvPr>
          <p:cNvPicPr>
            <a:picLocks noChangeAspect="1"/>
          </p:cNvPicPr>
          <p:nvPr/>
        </p:nvPicPr>
        <p:blipFill>
          <a:blip r:embed="rId4"/>
          <a:stretch>
            <a:fillRect/>
          </a:stretch>
        </p:blipFill>
        <p:spPr>
          <a:xfrm>
            <a:off x="4734532" y="2687531"/>
            <a:ext cx="3589535" cy="2152766"/>
          </a:xfrm>
          <a:prstGeom prst="rect">
            <a:avLst/>
          </a:prstGeom>
        </p:spPr>
      </p:pic>
      <p:pic>
        <p:nvPicPr>
          <p:cNvPr id="13" name="Picture 12">
            <a:extLst>
              <a:ext uri="{FF2B5EF4-FFF2-40B4-BE49-F238E27FC236}">
                <a16:creationId xmlns:a16="http://schemas.microsoft.com/office/drawing/2014/main" id="{82CFBA50-7974-6EB7-2388-CBED6D82DF15}"/>
              </a:ext>
            </a:extLst>
          </p:cNvPr>
          <p:cNvPicPr>
            <a:picLocks noChangeAspect="1"/>
          </p:cNvPicPr>
          <p:nvPr/>
        </p:nvPicPr>
        <p:blipFill>
          <a:blip r:embed="rId5"/>
          <a:stretch>
            <a:fillRect/>
          </a:stretch>
        </p:blipFill>
        <p:spPr>
          <a:xfrm>
            <a:off x="7608645" y="3964962"/>
            <a:ext cx="2941044" cy="2260536"/>
          </a:xfrm>
          <a:prstGeom prst="rect">
            <a:avLst/>
          </a:prstGeom>
        </p:spPr>
      </p:pic>
    </p:spTree>
    <p:extLst>
      <p:ext uri="{BB962C8B-B14F-4D97-AF65-F5344CB8AC3E}">
        <p14:creationId xmlns:p14="http://schemas.microsoft.com/office/powerpoint/2010/main" val="3886649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968B-8517-9F5F-30E4-0563B257E1E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AA0274B-D0D2-AD01-9C81-DD4702EA661E}"/>
              </a:ext>
            </a:extLst>
          </p:cNvPr>
          <p:cNvSpPr>
            <a:spLocks noGrp="1"/>
          </p:cNvSpPr>
          <p:nvPr>
            <p:ph type="body" sz="quarter" idx="11"/>
          </p:nvPr>
        </p:nvSpPr>
        <p:spPr/>
        <p:txBody>
          <a:bodyPr/>
          <a:lstStyle/>
          <a:p>
            <a:r>
              <a:rPr lang="en-US" dirty="0"/>
              <a:t>Time Series Related Tasks</a:t>
            </a:r>
          </a:p>
        </p:txBody>
      </p:sp>
      <p:sp>
        <p:nvSpPr>
          <p:cNvPr id="3" name="Text Placeholder 2">
            <a:extLst>
              <a:ext uri="{FF2B5EF4-FFF2-40B4-BE49-F238E27FC236}">
                <a16:creationId xmlns:a16="http://schemas.microsoft.com/office/drawing/2014/main" id="{2122FD97-3523-C490-FBAD-1CEE1BC8E579}"/>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EF01C457-EF62-D2E2-3450-34D9C6FFCE5E}"/>
              </a:ext>
            </a:extLst>
          </p:cNvPr>
          <p:cNvSpPr>
            <a:spLocks noGrp="1"/>
          </p:cNvSpPr>
          <p:nvPr>
            <p:ph type="body" sz="quarter" idx="15"/>
          </p:nvPr>
        </p:nvSpPr>
        <p:spPr>
          <a:xfrm>
            <a:off x="681560" y="1798589"/>
            <a:ext cx="9828212" cy="3751721"/>
          </a:xfrm>
        </p:spPr>
        <p:txBody>
          <a:bodyPr/>
          <a:lstStyle/>
          <a:p>
            <a:pPr>
              <a:spcBef>
                <a:spcPts val="1200"/>
              </a:spcBef>
            </a:pPr>
            <a:r>
              <a:rPr lang="en-US" b="1" dirty="0"/>
              <a:t>Forecasting</a:t>
            </a:r>
            <a:r>
              <a:rPr lang="en-US" dirty="0"/>
              <a:t> – for a given forecasting horizon, make a temporal forward prediction of a univariate time series based on patterns found across time points in past data. </a:t>
            </a:r>
          </a:p>
          <a:p>
            <a:pPr>
              <a:spcBef>
                <a:spcPts val="1200"/>
              </a:spcBef>
            </a:pPr>
            <a:r>
              <a:rPr lang="en-US" b="1" dirty="0"/>
              <a:t>Multivariate forecasting </a:t>
            </a:r>
            <a:r>
              <a:rPr lang="en-US" dirty="0"/>
              <a:t>– for a given forecasting horizon, make a temporal forward prediction of a multivariate series based on patterns found across individual series and time points in past data.</a:t>
            </a:r>
          </a:p>
          <a:p>
            <a:pPr>
              <a:spcBef>
                <a:spcPts val="1200"/>
              </a:spcBef>
            </a:pPr>
            <a:r>
              <a:rPr lang="en-US" b="1" dirty="0"/>
              <a:t>Panel forecasting </a:t>
            </a:r>
            <a:r>
              <a:rPr lang="en-US" dirty="0"/>
              <a:t>– for a given instance and forecasting horizon, make a temporal forward prediction based on patterns found across instances and time points in past data where all instances are observed up to a given point in time (instances are typically observed on a common time scales, e.g. countries).</a:t>
            </a:r>
          </a:p>
          <a:p>
            <a:pPr>
              <a:spcBef>
                <a:spcPts val="1200"/>
              </a:spcBef>
            </a:pPr>
            <a:r>
              <a:rPr lang="en-US" b="1" dirty="0"/>
              <a:t>Supervised forecasting </a:t>
            </a:r>
            <a:r>
              <a:rPr lang="en-US" dirty="0"/>
              <a:t>– for a given instance and forecasting horizon, make a temporal forward prediction based on patterns found across instances and time points where some instances are fully observed up to the end of the forecasting horizon (Instances are typically observed on individual time scales, e.g. chemical processes). </a:t>
            </a:r>
          </a:p>
        </p:txBody>
      </p:sp>
      <p:sp>
        <p:nvSpPr>
          <p:cNvPr id="6" name="TextBox 5">
            <a:extLst>
              <a:ext uri="{FF2B5EF4-FFF2-40B4-BE49-F238E27FC236}">
                <a16:creationId xmlns:a16="http://schemas.microsoft.com/office/drawing/2014/main" id="{33123A9B-E6DF-BDF5-565B-1A4F6DB69D8A}"/>
              </a:ext>
            </a:extLst>
          </p:cNvPr>
          <p:cNvSpPr txBox="1"/>
          <p:nvPr/>
        </p:nvSpPr>
        <p:spPr>
          <a:xfrm>
            <a:off x="749449" y="5698488"/>
            <a:ext cx="9978316" cy="523220"/>
          </a:xfrm>
          <a:prstGeom prst="rect">
            <a:avLst/>
          </a:prstGeom>
          <a:noFill/>
        </p:spPr>
        <p:txBody>
          <a:bodyPr wrap="square">
            <a:spAutoFit/>
          </a:bodyPr>
          <a:lstStyle/>
          <a:p>
            <a:r>
              <a:rPr lang="en-US" sz="1400" b="0" i="0" dirty="0" err="1">
                <a:solidFill>
                  <a:srgbClr val="222222"/>
                </a:solidFill>
                <a:effectLst/>
                <a:latin typeface="Arial" panose="020B0604020202020204" pitchFamily="34" charset="0"/>
              </a:rPr>
              <a:t>Löning</a:t>
            </a:r>
            <a:r>
              <a:rPr lang="en-US" sz="1400" b="0" i="0" dirty="0">
                <a:solidFill>
                  <a:srgbClr val="222222"/>
                </a:solidFill>
                <a:effectLst/>
                <a:latin typeface="Arial" panose="020B0604020202020204" pitchFamily="34" charset="0"/>
              </a:rPr>
              <a:t>, Markus. </a:t>
            </a:r>
            <a:r>
              <a:rPr lang="en-US" sz="1400" b="0" i="1" dirty="0">
                <a:solidFill>
                  <a:srgbClr val="222222"/>
                </a:solidFill>
                <a:effectLst/>
                <a:latin typeface="Arial" panose="020B0604020202020204" pitchFamily="34" charset="0"/>
              </a:rPr>
              <a:t>Machine Learning with Time Series: A Taxonomy of Learning Tasks, Development of a Unified Framework, and Comparative Benchmarking of Algorithms</a:t>
            </a:r>
            <a:r>
              <a:rPr lang="en-US" sz="1400" b="0" i="0" dirty="0">
                <a:solidFill>
                  <a:srgbClr val="222222"/>
                </a:solidFill>
                <a:effectLst/>
                <a:latin typeface="Arial" panose="020B0604020202020204" pitchFamily="34" charset="0"/>
              </a:rPr>
              <a:t>. Diss. UCL (University College London), 2021.</a:t>
            </a:r>
            <a:endParaRPr lang="en-US" sz="1400" dirty="0"/>
          </a:p>
        </p:txBody>
      </p:sp>
    </p:spTree>
    <p:extLst>
      <p:ext uri="{BB962C8B-B14F-4D97-AF65-F5344CB8AC3E}">
        <p14:creationId xmlns:p14="http://schemas.microsoft.com/office/powerpoint/2010/main" val="1112814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0A0F1D-9504-F2B2-4289-FFA381D35097}"/>
              </a:ext>
            </a:extLst>
          </p:cNvPr>
          <p:cNvSpPr>
            <a:spLocks noGrp="1"/>
          </p:cNvSpPr>
          <p:nvPr>
            <p:ph type="body" sz="quarter" idx="11"/>
          </p:nvPr>
        </p:nvSpPr>
        <p:spPr/>
        <p:txBody>
          <a:bodyPr/>
          <a:lstStyle/>
          <a:p>
            <a:r>
              <a:rPr lang="en-US" dirty="0"/>
              <a:t>Time Series Related Tasks</a:t>
            </a:r>
          </a:p>
        </p:txBody>
      </p:sp>
      <p:sp>
        <p:nvSpPr>
          <p:cNvPr id="3" name="Text Placeholder 2">
            <a:extLst>
              <a:ext uri="{FF2B5EF4-FFF2-40B4-BE49-F238E27FC236}">
                <a16:creationId xmlns:a16="http://schemas.microsoft.com/office/drawing/2014/main" id="{B6E24AC7-85C9-49D3-7353-C7AC2D3B80A5}"/>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2D255C66-CF4E-E016-45E9-D19C22600090}"/>
              </a:ext>
            </a:extLst>
          </p:cNvPr>
          <p:cNvSpPr>
            <a:spLocks noGrp="1"/>
          </p:cNvSpPr>
          <p:nvPr>
            <p:ph type="body" sz="quarter" idx="15"/>
          </p:nvPr>
        </p:nvSpPr>
        <p:spPr>
          <a:xfrm>
            <a:off x="681560" y="1798589"/>
            <a:ext cx="9828212" cy="2680005"/>
          </a:xfrm>
        </p:spPr>
        <p:txBody>
          <a:bodyPr/>
          <a:lstStyle/>
          <a:p>
            <a:pPr>
              <a:spcBef>
                <a:spcPts val="1200"/>
              </a:spcBef>
            </a:pPr>
            <a:r>
              <a:rPr lang="en-US" b="1" dirty="0"/>
              <a:t>Classification </a:t>
            </a:r>
            <a:r>
              <a:rPr lang="en-US" dirty="0"/>
              <a:t>– for a given instance, predict the value of the categorical cross-sectional target variable with predefined class labels based on patterns found across instances between the time series on the target variable. </a:t>
            </a:r>
          </a:p>
          <a:p>
            <a:pPr>
              <a:spcBef>
                <a:spcPts val="1200"/>
              </a:spcBef>
            </a:pPr>
            <a:r>
              <a:rPr lang="en-US" b="1" dirty="0"/>
              <a:t>Annotation</a:t>
            </a:r>
            <a:r>
              <a:rPr lang="en-US" dirty="0"/>
              <a:t> – annotate time points of a series (e.g., outlier detection, anomaly detection, change point detection, segmentation)</a:t>
            </a:r>
          </a:p>
          <a:p>
            <a:pPr>
              <a:spcBef>
                <a:spcPts val="1200"/>
              </a:spcBef>
            </a:pPr>
            <a:r>
              <a:rPr lang="en-US" b="1" dirty="0"/>
              <a:t>Supervised annotation </a:t>
            </a:r>
            <a:r>
              <a:rPr lang="en-US" dirty="0"/>
              <a:t>– for a given instance, annotate time points based on patterns found across instances and time points between values and annotations.</a:t>
            </a:r>
          </a:p>
        </p:txBody>
      </p:sp>
      <p:sp>
        <p:nvSpPr>
          <p:cNvPr id="6" name="TextBox 5">
            <a:extLst>
              <a:ext uri="{FF2B5EF4-FFF2-40B4-BE49-F238E27FC236}">
                <a16:creationId xmlns:a16="http://schemas.microsoft.com/office/drawing/2014/main" id="{9FB74724-D28A-80C6-B16C-51636524A2DF}"/>
              </a:ext>
            </a:extLst>
          </p:cNvPr>
          <p:cNvSpPr txBox="1"/>
          <p:nvPr/>
        </p:nvSpPr>
        <p:spPr>
          <a:xfrm>
            <a:off x="749449" y="5698488"/>
            <a:ext cx="9978316" cy="523220"/>
          </a:xfrm>
          <a:prstGeom prst="rect">
            <a:avLst/>
          </a:prstGeom>
          <a:noFill/>
        </p:spPr>
        <p:txBody>
          <a:bodyPr wrap="square">
            <a:spAutoFit/>
          </a:bodyPr>
          <a:lstStyle/>
          <a:p>
            <a:r>
              <a:rPr lang="en-US" sz="1400" b="0" i="0" dirty="0" err="1">
                <a:solidFill>
                  <a:srgbClr val="222222"/>
                </a:solidFill>
                <a:effectLst/>
                <a:latin typeface="Arial" panose="020B0604020202020204" pitchFamily="34" charset="0"/>
              </a:rPr>
              <a:t>Löning</a:t>
            </a:r>
            <a:r>
              <a:rPr lang="en-US" sz="1400" b="0" i="0" dirty="0">
                <a:solidFill>
                  <a:srgbClr val="222222"/>
                </a:solidFill>
                <a:effectLst/>
                <a:latin typeface="Arial" panose="020B0604020202020204" pitchFamily="34" charset="0"/>
              </a:rPr>
              <a:t>, Markus. </a:t>
            </a:r>
            <a:r>
              <a:rPr lang="en-US" sz="1400" b="0" i="1" dirty="0">
                <a:solidFill>
                  <a:srgbClr val="222222"/>
                </a:solidFill>
                <a:effectLst/>
                <a:latin typeface="Arial" panose="020B0604020202020204" pitchFamily="34" charset="0"/>
              </a:rPr>
              <a:t>Machine Learning with Time Series: A Taxonomy of Learning Tasks, Development of a Unified Framework, and Comparative Benchmarking of Algorithms</a:t>
            </a:r>
            <a:r>
              <a:rPr lang="en-US" sz="1400" b="0" i="0" dirty="0">
                <a:solidFill>
                  <a:srgbClr val="222222"/>
                </a:solidFill>
                <a:effectLst/>
                <a:latin typeface="Arial" panose="020B0604020202020204" pitchFamily="34" charset="0"/>
              </a:rPr>
              <a:t>. Diss. UCL (University College London), 2021.</a:t>
            </a:r>
            <a:endParaRPr lang="en-US" sz="1400" dirty="0"/>
          </a:p>
        </p:txBody>
      </p:sp>
    </p:spTree>
    <p:extLst>
      <p:ext uri="{BB962C8B-B14F-4D97-AF65-F5344CB8AC3E}">
        <p14:creationId xmlns:p14="http://schemas.microsoft.com/office/powerpoint/2010/main" val="278791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C9376B-89C2-E8F6-6C8A-A100D94BC130}"/>
              </a:ext>
            </a:extLst>
          </p:cNvPr>
          <p:cNvSpPr>
            <a:spLocks noGrp="1"/>
          </p:cNvSpPr>
          <p:nvPr>
            <p:ph type="body" sz="quarter" idx="11"/>
          </p:nvPr>
        </p:nvSpPr>
        <p:spPr>
          <a:xfrm>
            <a:off x="639930" y="622656"/>
            <a:ext cx="9908045" cy="509636"/>
          </a:xfrm>
        </p:spPr>
        <p:txBody>
          <a:bodyPr/>
          <a:lstStyle/>
          <a:p>
            <a:r>
              <a:rPr lang="en-US" dirty="0"/>
              <a:t>Characteristic Features of Time Series</a:t>
            </a:r>
          </a:p>
        </p:txBody>
      </p:sp>
      <p:sp>
        <p:nvSpPr>
          <p:cNvPr id="3" name="Text Placeholder 2">
            <a:extLst>
              <a:ext uri="{FF2B5EF4-FFF2-40B4-BE49-F238E27FC236}">
                <a16:creationId xmlns:a16="http://schemas.microsoft.com/office/drawing/2014/main" id="{32DB82F2-EA5A-93A4-0FE9-759B7DA61703}"/>
              </a:ext>
            </a:extLst>
          </p:cNvPr>
          <p:cNvSpPr>
            <a:spLocks noGrp="1"/>
          </p:cNvSpPr>
          <p:nvPr>
            <p:ph type="body" sz="quarter" idx="14"/>
          </p:nvPr>
        </p:nvSpPr>
        <p:spPr/>
        <p:txBody>
          <a:bodyPr/>
          <a:lstStyle/>
          <a:p>
            <a:endParaRPr lang="en-US" dirty="0"/>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E1D6723C-C50E-DEE2-DFC5-C96E8DC231C6}"/>
                  </a:ext>
                </a:extLst>
              </p:cNvPr>
              <p:cNvSpPr>
                <a:spLocks noGrp="1"/>
              </p:cNvSpPr>
              <p:nvPr>
                <p:ph type="body" sz="quarter" idx="15"/>
              </p:nvPr>
            </p:nvSpPr>
            <p:spPr>
              <a:xfrm>
                <a:off x="639930" y="2069720"/>
                <a:ext cx="9828212" cy="4165624"/>
              </a:xfrm>
            </p:spPr>
            <p:txBody>
              <a:bodyPr/>
              <a:lstStyle/>
              <a:p>
                <a:r>
                  <a:rPr lang="en-US" b="1" u="sng" dirty="0"/>
                  <a:t>Stationarity</a:t>
                </a:r>
              </a:p>
              <a:p>
                <a:pPr marL="285750" indent="-285750">
                  <a:spcBef>
                    <a:spcPts val="1200"/>
                  </a:spcBef>
                  <a:buFont typeface="Arial" panose="020B0604020202020204" pitchFamily="34" charset="0"/>
                  <a:buChar char="•"/>
                </a:pPr>
                <a:r>
                  <a:rPr lang="en-US" b="1" dirty="0"/>
                  <a:t>Mean value</a:t>
                </a:r>
                <a:r>
                  <a:rPr lang="en-US" dirty="0"/>
                  <a:t> of the observation data  is constant over time</a:t>
                </a:r>
              </a:p>
              <a:p>
                <a:pPr algn="ctr">
                  <a:spcBef>
                    <a:spcPts val="1200"/>
                  </a:spcBef>
                </a:pPr>
                <a:r>
                  <a:rPr lang="en-US" dirty="0"/>
                  <a:t>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=1,2,…</m:t>
                    </m:r>
                  </m:oMath>
                </a14:m>
                <a:endParaRPr lang="en-US" dirty="0"/>
              </a:p>
              <a:p>
                <a:pPr marL="285750" indent="-285750">
                  <a:spcBef>
                    <a:spcPts val="1200"/>
                  </a:spcBef>
                  <a:buFont typeface="Arial" panose="020B0604020202020204" pitchFamily="34" charset="0"/>
                  <a:buChar char="•"/>
                </a:pPr>
                <a:r>
                  <a:rPr lang="en-US" b="1" dirty="0"/>
                  <a:t>Variance</a:t>
                </a:r>
                <a:r>
                  <a:rPr lang="en-US" dirty="0"/>
                  <a:t> of observation data is constant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𝜅</m:t>
                        </m:r>
                      </m:e>
                      <m:sub>
                        <m:r>
                          <a:rPr lang="en-US" b="0" i="1" smtClean="0">
                            <a:latin typeface="Cambria Math" panose="02040503050406030204" pitchFamily="18" charset="0"/>
                          </a:rPr>
                          <m:t>0</m:t>
                        </m:r>
                      </m:sub>
                    </m:sSub>
                    <m:r>
                      <a:rPr lang="en-US" b="0" i="1" smtClean="0">
                        <a:latin typeface="Cambria Math" panose="02040503050406030204" pitchFamily="18" charset="0"/>
                      </a:rPr>
                      <m:t> </m:t>
                    </m:r>
                  </m:oMath>
                </a14:m>
                <a:r>
                  <a:rPr lang="en-US" dirty="0"/>
                  <a:t>over time </a:t>
                </a:r>
                <a:endParaRPr lang="en-US" b="0" i="1" dirty="0">
                  <a:latin typeface="Cambria Math" panose="02040503050406030204" pitchFamily="18" charset="0"/>
                </a:endParaRPr>
              </a:p>
              <a:p>
                <a:pPr>
                  <a:spcBef>
                    <a:spcPts val="1200"/>
                  </a:spcBef>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𝜅</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=1,2,…</m:t>
                      </m:r>
                    </m:oMath>
                  </m:oMathPara>
                </a14:m>
                <a:endParaRPr lang="en-US" dirty="0"/>
              </a:p>
              <a:p>
                <a:pPr marL="285750" indent="-285750" algn="just">
                  <a:spcBef>
                    <a:spcPts val="1200"/>
                  </a:spcBef>
                  <a:buFont typeface="Arial" panose="020B0604020202020204" pitchFamily="34" charset="0"/>
                  <a:buChar char="•"/>
                </a:pPr>
                <a:r>
                  <a:rPr lang="en-US" b="1" dirty="0"/>
                  <a:t>Covariance</a:t>
                </a:r>
                <a:r>
                  <a:rPr lang="en-US" dirty="0"/>
                  <a:t> between the observations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m:t>
                        </m:r>
                      </m:sub>
                    </m:sSub>
                  </m:oMath>
                </a14:m>
                <a:r>
                  <a:rPr lang="en-US" dirty="0"/>
                  <a:t> </a:t>
                </a:r>
                <a:r>
                  <a:rPr lang="en-US" b="1" dirty="0"/>
                  <a:t>depend only on distance </a:t>
                </a:r>
                <a:r>
                  <a:rPr lang="en-US" dirty="0"/>
                  <a:t>between the two observations and does not change over time </a:t>
                </a:r>
                <a:endParaRPr lang="en-US" b="0" i="1" dirty="0">
                  <a:latin typeface="Cambria Math" panose="02040503050406030204" pitchFamily="18" charset="0"/>
                </a:endParaRPr>
              </a:p>
              <a:p>
                <a:pPr>
                  <a:spcBef>
                    <a:spcPts val="1200"/>
                  </a:spcBef>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m:t>
                              </m:r>
                            </m:sub>
                          </m:sSub>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𝜇</m:t>
                              </m:r>
                            </m:e>
                          </m:d>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𝜇</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𝜅</m:t>
                          </m:r>
                        </m:e>
                        <m:sub>
                          <m:r>
                            <a:rPr lang="en-US" b="0" i="1" smtClean="0">
                              <a:latin typeface="Cambria Math" panose="02040503050406030204" pitchFamily="18" charset="0"/>
                            </a:rPr>
                            <m:t>𝑑</m:t>
                          </m:r>
                        </m:sub>
                      </m:sSub>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=1,2,…;</m:t>
                      </m:r>
                      <m:r>
                        <a:rPr lang="en-US" b="0" i="1" smtClean="0">
                          <a:latin typeface="Cambria Math" panose="02040503050406030204" pitchFamily="18" charset="0"/>
                        </a:rPr>
                        <m:t>𝑑</m:t>
                      </m:r>
                      <m:r>
                        <a:rPr lang="en-US" b="0" i="1" smtClean="0">
                          <a:latin typeface="Cambria Math" panose="02040503050406030204" pitchFamily="18" charset="0"/>
                        </a:rPr>
                        <m:t>=…, −2, −1, 0, 1, 2, …</m:t>
                      </m:r>
                    </m:oMath>
                  </m:oMathPara>
                </a14:m>
                <a:endParaRPr lang="en-US" dirty="0"/>
              </a:p>
              <a:p>
                <a:endParaRPr lang="en-US" dirty="0"/>
              </a:p>
              <a:p>
                <a:r>
                  <a:rPr lang="en-US" dirty="0"/>
                  <a:t>In practice, it is often assumed that time series are stationary (roughly checked by inspection of time series pattern – </a:t>
                </a:r>
                <a:r>
                  <a:rPr lang="en-US" b="1" dirty="0"/>
                  <a:t>flat-looking</a:t>
                </a:r>
                <a:r>
                  <a:rPr lang="en-US" dirty="0"/>
                  <a:t>, </a:t>
                </a:r>
                <a:r>
                  <a:rPr lang="en-US" b="1" dirty="0"/>
                  <a:t>no trend </a:t>
                </a:r>
                <a:r>
                  <a:rPr lang="en-US" dirty="0"/>
                  <a:t>or </a:t>
                </a:r>
                <a:r>
                  <a:rPr lang="en-US" b="1" dirty="0"/>
                  <a:t>seasonality</a:t>
                </a:r>
                <a:r>
                  <a:rPr lang="en-US" dirty="0"/>
                  <a:t>, </a:t>
                </a:r>
                <a:r>
                  <a:rPr lang="en-US" b="1" dirty="0"/>
                  <a:t>time-invariant variance </a:t>
                </a:r>
                <a:r>
                  <a:rPr lang="en-US" dirty="0"/>
                  <a:t>and </a:t>
                </a:r>
                <a:r>
                  <a:rPr lang="en-US" b="1" dirty="0"/>
                  <a:t>autocorrelation</a:t>
                </a:r>
                <a:r>
                  <a:rPr lang="en-US" dirty="0"/>
                  <a:t> structure).</a:t>
                </a:r>
              </a:p>
              <a:p>
                <a:endParaRPr lang="en-US" dirty="0"/>
              </a:p>
            </p:txBody>
          </p:sp>
        </mc:Choice>
        <mc:Fallback>
          <p:sp>
            <p:nvSpPr>
              <p:cNvPr id="4" name="Text Placeholder 3">
                <a:extLst>
                  <a:ext uri="{FF2B5EF4-FFF2-40B4-BE49-F238E27FC236}">
                    <a16:creationId xmlns:a16="http://schemas.microsoft.com/office/drawing/2014/main" id="{E1D6723C-C50E-DEE2-DFC5-C96E8DC231C6}"/>
                  </a:ext>
                </a:extLst>
              </p:cNvPr>
              <p:cNvSpPr>
                <a:spLocks noGrp="1" noRot="1" noChangeAspect="1" noMove="1" noResize="1" noEditPoints="1" noAdjustHandles="1" noChangeArrowheads="1" noChangeShapeType="1" noTextEdit="1"/>
              </p:cNvSpPr>
              <p:nvPr>
                <p:ph type="body" sz="quarter" idx="15"/>
              </p:nvPr>
            </p:nvSpPr>
            <p:spPr>
              <a:xfrm>
                <a:off x="639930" y="2069720"/>
                <a:ext cx="9828212" cy="4165624"/>
              </a:xfrm>
              <a:blipFill>
                <a:blip r:embed="rId2"/>
                <a:stretch>
                  <a:fillRect l="-372" t="-293" r="-310"/>
                </a:stretch>
              </a:blipFill>
            </p:spPr>
            <p:txBody>
              <a:bodyPr/>
              <a:lstStyle/>
              <a:p>
                <a:r>
                  <a:rPr lang="en-US">
                    <a:noFill/>
                  </a:rPr>
                  <a:t> </a:t>
                </a:r>
              </a:p>
            </p:txBody>
          </p:sp>
        </mc:Fallback>
      </mc:AlternateContent>
    </p:spTree>
    <p:extLst>
      <p:ext uri="{BB962C8B-B14F-4D97-AF65-F5344CB8AC3E}">
        <p14:creationId xmlns:p14="http://schemas.microsoft.com/office/powerpoint/2010/main" val="571713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757D18-057E-405E-C319-E9B4C8A12F1A}"/>
              </a:ext>
            </a:extLst>
          </p:cNvPr>
          <p:cNvSpPr>
            <a:spLocks noGrp="1"/>
          </p:cNvSpPr>
          <p:nvPr>
            <p:ph type="body" sz="quarter" idx="11"/>
          </p:nvPr>
        </p:nvSpPr>
        <p:spPr/>
        <p:txBody>
          <a:bodyPr/>
          <a:lstStyle/>
          <a:p>
            <a:r>
              <a:rPr lang="en-US" dirty="0"/>
              <a:t>Characteristic Features of Time Series</a:t>
            </a:r>
          </a:p>
        </p:txBody>
      </p:sp>
      <p:sp>
        <p:nvSpPr>
          <p:cNvPr id="3" name="Text Placeholder 2">
            <a:extLst>
              <a:ext uri="{FF2B5EF4-FFF2-40B4-BE49-F238E27FC236}">
                <a16:creationId xmlns:a16="http://schemas.microsoft.com/office/drawing/2014/main" id="{3A8AC5ED-2473-8B07-8DED-097C526BCD96}"/>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D94F2CC5-6363-99AD-943F-6AAD865AF12F}"/>
              </a:ext>
            </a:extLst>
          </p:cNvPr>
          <p:cNvSpPr>
            <a:spLocks noGrp="1"/>
          </p:cNvSpPr>
          <p:nvPr>
            <p:ph type="body" sz="quarter" idx="15"/>
          </p:nvPr>
        </p:nvSpPr>
        <p:spPr>
          <a:xfrm>
            <a:off x="639930" y="1735394"/>
            <a:ext cx="9828212" cy="4499950"/>
          </a:xfrm>
        </p:spPr>
        <p:txBody>
          <a:bodyPr/>
          <a:lstStyle/>
          <a:p>
            <a:pPr>
              <a:spcBef>
                <a:spcPts val="1200"/>
              </a:spcBef>
            </a:pPr>
            <a:r>
              <a:rPr lang="en-US" dirty="0"/>
              <a:t>Many data in engineering, business, economics are better represented by </a:t>
            </a:r>
            <a:r>
              <a:rPr lang="en-US" b="1" u="sng" dirty="0"/>
              <a:t>nonstationary</a:t>
            </a:r>
            <a:r>
              <a:rPr lang="en-US" dirty="0"/>
              <a:t> time series.</a:t>
            </a:r>
          </a:p>
          <a:p>
            <a:pPr>
              <a:spcBef>
                <a:spcPts val="1200"/>
              </a:spcBef>
            </a:pPr>
            <a:r>
              <a:rPr lang="en-US" dirty="0"/>
              <a:t>Nonstationary data can be transformed to stationary by taking the differences between the successive data values along the time series pattern.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To resolve stationarity problem experimentally, the time series is partitioned into several segments and their autocorrelation and other properties are compared.</a:t>
            </a:r>
          </a:p>
        </p:txBody>
      </p:sp>
      <p:pic>
        <p:nvPicPr>
          <p:cNvPr id="8" name="Picture 7">
            <a:extLst>
              <a:ext uri="{FF2B5EF4-FFF2-40B4-BE49-F238E27FC236}">
                <a16:creationId xmlns:a16="http://schemas.microsoft.com/office/drawing/2014/main" id="{D3BD6BA9-3DED-16F9-7470-A2E6FB2D9444}"/>
              </a:ext>
            </a:extLst>
          </p:cNvPr>
          <p:cNvPicPr>
            <a:picLocks noChangeAspect="1"/>
          </p:cNvPicPr>
          <p:nvPr/>
        </p:nvPicPr>
        <p:blipFill>
          <a:blip r:embed="rId2"/>
          <a:stretch>
            <a:fillRect/>
          </a:stretch>
        </p:blipFill>
        <p:spPr>
          <a:xfrm>
            <a:off x="1902377" y="2919846"/>
            <a:ext cx="2811986" cy="2240763"/>
          </a:xfrm>
          <a:prstGeom prst="rect">
            <a:avLst/>
          </a:prstGeom>
        </p:spPr>
      </p:pic>
      <p:pic>
        <p:nvPicPr>
          <p:cNvPr id="10" name="Picture 9">
            <a:extLst>
              <a:ext uri="{FF2B5EF4-FFF2-40B4-BE49-F238E27FC236}">
                <a16:creationId xmlns:a16="http://schemas.microsoft.com/office/drawing/2014/main" id="{D1552ECA-78EB-8D93-87CF-22914875FE12}"/>
              </a:ext>
            </a:extLst>
          </p:cNvPr>
          <p:cNvPicPr>
            <a:picLocks noChangeAspect="1"/>
          </p:cNvPicPr>
          <p:nvPr/>
        </p:nvPicPr>
        <p:blipFill>
          <a:blip r:embed="rId3"/>
          <a:stretch>
            <a:fillRect/>
          </a:stretch>
        </p:blipFill>
        <p:spPr>
          <a:xfrm>
            <a:off x="6183076" y="2955797"/>
            <a:ext cx="2816352" cy="2168859"/>
          </a:xfrm>
          <a:prstGeom prst="rect">
            <a:avLst/>
          </a:prstGeom>
        </p:spPr>
      </p:pic>
      <p:sp>
        <p:nvSpPr>
          <p:cNvPr id="11" name="Arrow: Right 10">
            <a:extLst>
              <a:ext uri="{FF2B5EF4-FFF2-40B4-BE49-F238E27FC236}">
                <a16:creationId xmlns:a16="http://schemas.microsoft.com/office/drawing/2014/main" id="{7A7A72CB-1400-0D22-132D-D40C0A516E2F}"/>
              </a:ext>
            </a:extLst>
          </p:cNvPr>
          <p:cNvSpPr/>
          <p:nvPr/>
        </p:nvSpPr>
        <p:spPr>
          <a:xfrm>
            <a:off x="5146922" y="3876618"/>
            <a:ext cx="706332" cy="251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279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19F08-2600-6D30-4CA0-27BD8C8E34A3}"/>
              </a:ext>
            </a:extLst>
          </p:cNvPr>
          <p:cNvSpPr>
            <a:spLocks noGrp="1"/>
          </p:cNvSpPr>
          <p:nvPr>
            <p:ph type="body" sz="quarter" idx="11"/>
          </p:nvPr>
        </p:nvSpPr>
        <p:spPr>
          <a:xfrm>
            <a:off x="639930" y="573360"/>
            <a:ext cx="9908045" cy="509636"/>
          </a:xfrm>
        </p:spPr>
        <p:txBody>
          <a:bodyPr/>
          <a:lstStyle/>
          <a:p>
            <a:r>
              <a:rPr lang="en-US" dirty="0"/>
              <a:t>Characteristic Features of Time Series</a:t>
            </a:r>
          </a:p>
        </p:txBody>
      </p:sp>
      <p:sp>
        <p:nvSpPr>
          <p:cNvPr id="3" name="Text Placeholder 2">
            <a:extLst>
              <a:ext uri="{FF2B5EF4-FFF2-40B4-BE49-F238E27FC236}">
                <a16:creationId xmlns:a16="http://schemas.microsoft.com/office/drawing/2014/main" id="{2A9FDC8E-8C60-7133-B2A1-6A0B91AAEBD5}"/>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BF192B37-1B5A-D209-9DD3-7BBFEA420D51}"/>
              </a:ext>
            </a:extLst>
          </p:cNvPr>
          <p:cNvSpPr>
            <a:spLocks noGrp="1"/>
          </p:cNvSpPr>
          <p:nvPr>
            <p:ph type="body" sz="quarter" idx="15"/>
          </p:nvPr>
        </p:nvSpPr>
        <p:spPr>
          <a:xfrm>
            <a:off x="639930" y="1653907"/>
            <a:ext cx="9828212" cy="1202845"/>
          </a:xfrm>
        </p:spPr>
        <p:txBody>
          <a:bodyPr/>
          <a:lstStyle/>
          <a:p>
            <a:r>
              <a:rPr lang="en-US" b="1" u="sng" dirty="0"/>
              <a:t>Trend</a:t>
            </a:r>
          </a:p>
          <a:p>
            <a:endParaRPr lang="en-US" b="1" u="sng" dirty="0"/>
          </a:p>
          <a:p>
            <a:r>
              <a:rPr lang="en-US" dirty="0"/>
              <a:t>A long-term feature that is illustrated by the local or global increase or decrease of data values. It is detected by pursuing the changes in the mean values over the successive time intervals.</a:t>
            </a:r>
          </a:p>
        </p:txBody>
      </p:sp>
      <p:pic>
        <p:nvPicPr>
          <p:cNvPr id="14" name="Picture 13">
            <a:extLst>
              <a:ext uri="{FF2B5EF4-FFF2-40B4-BE49-F238E27FC236}">
                <a16:creationId xmlns:a16="http://schemas.microsoft.com/office/drawing/2014/main" id="{2B961ABA-E481-D526-079E-4989CCF7CDB9}"/>
              </a:ext>
            </a:extLst>
          </p:cNvPr>
          <p:cNvPicPr>
            <a:picLocks noChangeAspect="1"/>
          </p:cNvPicPr>
          <p:nvPr/>
        </p:nvPicPr>
        <p:blipFill>
          <a:blip r:embed="rId2"/>
          <a:stretch>
            <a:fillRect/>
          </a:stretch>
        </p:blipFill>
        <p:spPr>
          <a:xfrm>
            <a:off x="359647" y="2954633"/>
            <a:ext cx="2816352" cy="1692808"/>
          </a:xfrm>
          <a:prstGeom prst="rect">
            <a:avLst/>
          </a:prstGeom>
        </p:spPr>
      </p:pic>
      <p:pic>
        <p:nvPicPr>
          <p:cNvPr id="15" name="Picture 14">
            <a:extLst>
              <a:ext uri="{FF2B5EF4-FFF2-40B4-BE49-F238E27FC236}">
                <a16:creationId xmlns:a16="http://schemas.microsoft.com/office/drawing/2014/main" id="{6A22062D-5646-4DAC-AD16-93FA2C37D983}"/>
              </a:ext>
            </a:extLst>
          </p:cNvPr>
          <p:cNvPicPr>
            <a:picLocks noChangeAspect="1"/>
          </p:cNvPicPr>
          <p:nvPr/>
        </p:nvPicPr>
        <p:blipFill>
          <a:blip r:embed="rId3"/>
          <a:stretch>
            <a:fillRect/>
          </a:stretch>
        </p:blipFill>
        <p:spPr>
          <a:xfrm>
            <a:off x="3497080" y="2954633"/>
            <a:ext cx="2816352" cy="1692808"/>
          </a:xfrm>
          <a:prstGeom prst="rect">
            <a:avLst/>
          </a:prstGeom>
        </p:spPr>
      </p:pic>
      <p:pic>
        <p:nvPicPr>
          <p:cNvPr id="16" name="Picture 15">
            <a:extLst>
              <a:ext uri="{FF2B5EF4-FFF2-40B4-BE49-F238E27FC236}">
                <a16:creationId xmlns:a16="http://schemas.microsoft.com/office/drawing/2014/main" id="{A769A606-E7AE-B46B-DBBB-7AD563C0BE1A}"/>
              </a:ext>
            </a:extLst>
          </p:cNvPr>
          <p:cNvPicPr>
            <a:picLocks noChangeAspect="1"/>
          </p:cNvPicPr>
          <p:nvPr/>
        </p:nvPicPr>
        <p:blipFill>
          <a:blip r:embed="rId4"/>
          <a:stretch>
            <a:fillRect/>
          </a:stretch>
        </p:blipFill>
        <p:spPr>
          <a:xfrm>
            <a:off x="6634513" y="2954633"/>
            <a:ext cx="2816352" cy="1692808"/>
          </a:xfrm>
          <a:prstGeom prst="rect">
            <a:avLst/>
          </a:prstGeom>
        </p:spPr>
      </p:pic>
      <p:pic>
        <p:nvPicPr>
          <p:cNvPr id="18" name="Picture 17">
            <a:extLst>
              <a:ext uri="{FF2B5EF4-FFF2-40B4-BE49-F238E27FC236}">
                <a16:creationId xmlns:a16="http://schemas.microsoft.com/office/drawing/2014/main" id="{7F44E975-C732-0A3B-F5D2-C20364CA8AA7}"/>
              </a:ext>
            </a:extLst>
          </p:cNvPr>
          <p:cNvPicPr>
            <a:picLocks noChangeAspect="1"/>
          </p:cNvPicPr>
          <p:nvPr/>
        </p:nvPicPr>
        <p:blipFill>
          <a:blip r:embed="rId5"/>
          <a:stretch>
            <a:fillRect/>
          </a:stretch>
        </p:blipFill>
        <p:spPr>
          <a:xfrm>
            <a:off x="3497079" y="4855982"/>
            <a:ext cx="2816353" cy="1692808"/>
          </a:xfrm>
          <a:prstGeom prst="rect">
            <a:avLst/>
          </a:prstGeom>
        </p:spPr>
      </p:pic>
    </p:spTree>
    <p:extLst>
      <p:ext uri="{BB962C8B-B14F-4D97-AF65-F5344CB8AC3E}">
        <p14:creationId xmlns:p14="http://schemas.microsoft.com/office/powerpoint/2010/main" val="2926580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C8E673-5415-3637-3E8C-E12E51D65350}"/>
              </a:ext>
            </a:extLst>
          </p:cNvPr>
          <p:cNvSpPr>
            <a:spLocks noGrp="1"/>
          </p:cNvSpPr>
          <p:nvPr>
            <p:ph type="body" sz="quarter" idx="11"/>
          </p:nvPr>
        </p:nvSpPr>
        <p:spPr/>
        <p:txBody>
          <a:bodyPr/>
          <a:lstStyle/>
          <a:p>
            <a:r>
              <a:rPr lang="en-US" dirty="0"/>
              <a:t>Characteristic Features of Time Series</a:t>
            </a:r>
          </a:p>
          <a:p>
            <a:endParaRPr lang="en-US" dirty="0"/>
          </a:p>
        </p:txBody>
      </p:sp>
      <p:sp>
        <p:nvSpPr>
          <p:cNvPr id="3" name="Text Placeholder 2">
            <a:extLst>
              <a:ext uri="{FF2B5EF4-FFF2-40B4-BE49-F238E27FC236}">
                <a16:creationId xmlns:a16="http://schemas.microsoft.com/office/drawing/2014/main" id="{DB33289F-7F16-C935-7739-46E4DFDEF099}"/>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DC954277-4835-B921-B1ED-EBED969A4C7D}"/>
              </a:ext>
            </a:extLst>
          </p:cNvPr>
          <p:cNvSpPr>
            <a:spLocks noGrp="1"/>
          </p:cNvSpPr>
          <p:nvPr>
            <p:ph type="body" sz="quarter" idx="15"/>
          </p:nvPr>
        </p:nvSpPr>
        <p:spPr>
          <a:xfrm>
            <a:off x="639930" y="2047818"/>
            <a:ext cx="5202374" cy="3679502"/>
          </a:xfrm>
        </p:spPr>
        <p:txBody>
          <a:bodyPr/>
          <a:lstStyle/>
          <a:p>
            <a:r>
              <a:rPr lang="en-US" b="1" u="sng" dirty="0"/>
              <a:t>Seasonality</a:t>
            </a:r>
          </a:p>
          <a:p>
            <a:endParaRPr lang="en-US" b="1" u="sng" dirty="0"/>
          </a:p>
          <a:p>
            <a:r>
              <a:rPr lang="en-US" dirty="0"/>
              <a:t>Periodic fluctuating pattern. </a:t>
            </a:r>
          </a:p>
          <a:p>
            <a:endParaRPr lang="en-US" dirty="0"/>
          </a:p>
          <a:p>
            <a:r>
              <a:rPr lang="en-US" dirty="0"/>
              <a:t>Common in economic time series and in time series where the pattern repeats hourly, daily, weekly, monthly, yearly, e.g., power, gas, water demand systems. </a:t>
            </a:r>
          </a:p>
        </p:txBody>
      </p:sp>
      <p:pic>
        <p:nvPicPr>
          <p:cNvPr id="9" name="Picture 8">
            <a:extLst>
              <a:ext uri="{FF2B5EF4-FFF2-40B4-BE49-F238E27FC236}">
                <a16:creationId xmlns:a16="http://schemas.microsoft.com/office/drawing/2014/main" id="{538B4839-45FD-6777-EFB2-2D2290105DF5}"/>
              </a:ext>
            </a:extLst>
          </p:cNvPr>
          <p:cNvPicPr>
            <a:picLocks noChangeAspect="1"/>
          </p:cNvPicPr>
          <p:nvPr/>
        </p:nvPicPr>
        <p:blipFill>
          <a:blip r:embed="rId2"/>
          <a:stretch>
            <a:fillRect/>
          </a:stretch>
        </p:blipFill>
        <p:spPr>
          <a:xfrm>
            <a:off x="6302437" y="1899979"/>
            <a:ext cx="3726547" cy="2855447"/>
          </a:xfrm>
          <a:prstGeom prst="rect">
            <a:avLst/>
          </a:prstGeom>
        </p:spPr>
      </p:pic>
    </p:spTree>
    <p:extLst>
      <p:ext uri="{BB962C8B-B14F-4D97-AF65-F5344CB8AC3E}">
        <p14:creationId xmlns:p14="http://schemas.microsoft.com/office/powerpoint/2010/main" val="288966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2659AF-F68A-3262-720B-1DB9F7770CA4}"/>
              </a:ext>
            </a:extLst>
          </p:cNvPr>
          <p:cNvSpPr>
            <a:spLocks noGrp="1"/>
          </p:cNvSpPr>
          <p:nvPr>
            <p:ph type="body" sz="quarter" idx="11"/>
          </p:nvPr>
        </p:nvSpPr>
        <p:spPr/>
        <p:txBody>
          <a:bodyPr/>
          <a:lstStyle/>
          <a:p>
            <a:r>
              <a:rPr lang="en-US" dirty="0"/>
              <a:t>Elimination of Trend and Seasonality</a:t>
            </a:r>
          </a:p>
        </p:txBody>
      </p:sp>
      <p:sp>
        <p:nvSpPr>
          <p:cNvPr id="3" name="Text Placeholder 2">
            <a:extLst>
              <a:ext uri="{FF2B5EF4-FFF2-40B4-BE49-F238E27FC236}">
                <a16:creationId xmlns:a16="http://schemas.microsoft.com/office/drawing/2014/main" id="{AB4966A0-3FF9-4A9C-D021-E3F25E07FDE4}"/>
              </a:ext>
            </a:extLst>
          </p:cNvPr>
          <p:cNvSpPr>
            <a:spLocks noGrp="1"/>
          </p:cNvSpPr>
          <p:nvPr>
            <p:ph type="body" sz="quarter" idx="14"/>
          </p:nvPr>
        </p:nvSpPr>
        <p:spPr/>
        <p:txBody>
          <a:bodyPr/>
          <a:lstStyle/>
          <a:p>
            <a:endParaRPr lang="en-US"/>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C3EBEB0-D53E-60B7-8963-CA30067F87F0}"/>
                  </a:ext>
                </a:extLst>
              </p:cNvPr>
              <p:cNvSpPr>
                <a:spLocks noGrp="1"/>
              </p:cNvSpPr>
              <p:nvPr>
                <p:ph type="body" sz="quarter" idx="15"/>
              </p:nvPr>
            </p:nvSpPr>
            <p:spPr>
              <a:xfrm>
                <a:off x="721477" y="2036867"/>
                <a:ext cx="9828212" cy="509637"/>
              </a:xfrm>
            </p:spPr>
            <p:txBody>
              <a:bodyPr/>
              <a:lstStyle/>
              <a:p>
                <a:r>
                  <a:rPr lang="en-US" dirty="0"/>
                  <a:t>Observed value </a:t>
                </a:r>
                <a14:m>
                  <m:oMath xmlns:m="http://schemas.openxmlformats.org/officeDocument/2006/math">
                    <m:r>
                      <a:rPr lang="en-US" b="0" i="1" smtClean="0">
                        <a:latin typeface="Cambria Math" panose="02040503050406030204" pitchFamily="18" charset="0"/>
                      </a:rPr>
                      <m:t>𝑋</m:t>
                    </m:r>
                  </m:oMath>
                </a14:m>
                <a:r>
                  <a:rPr lang="en-US" dirty="0"/>
                  <a:t> at time moment </a:t>
                </a:r>
                <a14:m>
                  <m:oMath xmlns:m="http://schemas.openxmlformats.org/officeDocument/2006/math">
                    <m:r>
                      <a:rPr lang="en-US" b="0" i="1" smtClean="0">
                        <a:latin typeface="Cambria Math" panose="02040503050406030204" pitchFamily="18" charset="0"/>
                      </a:rPr>
                      <m:t>𝑡</m:t>
                    </m:r>
                  </m:oMath>
                </a14:m>
                <a:r>
                  <a:rPr lang="en-US" dirty="0"/>
                  <a:t> can be decomposed to:</a:t>
                </a:r>
              </a:p>
            </p:txBody>
          </p:sp>
        </mc:Choice>
        <mc:Fallback xmlns="">
          <p:sp>
            <p:nvSpPr>
              <p:cNvPr id="4" name="Text Placeholder 3">
                <a:extLst>
                  <a:ext uri="{FF2B5EF4-FFF2-40B4-BE49-F238E27FC236}">
                    <a16:creationId xmlns:a16="http://schemas.microsoft.com/office/drawing/2014/main" id="{9C3EBEB0-D53E-60B7-8963-CA30067F87F0}"/>
                  </a:ext>
                </a:extLst>
              </p:cNvPr>
              <p:cNvSpPr>
                <a:spLocks noGrp="1" noRot="1" noChangeAspect="1" noMove="1" noResize="1" noEditPoints="1" noAdjustHandles="1" noChangeArrowheads="1" noChangeShapeType="1" noTextEdit="1"/>
              </p:cNvSpPr>
              <p:nvPr>
                <p:ph type="body" sz="quarter" idx="15"/>
              </p:nvPr>
            </p:nvSpPr>
            <p:spPr>
              <a:xfrm>
                <a:off x="721477" y="2036867"/>
                <a:ext cx="9828212" cy="509637"/>
              </a:xfrm>
              <a:blipFill>
                <a:blip r:embed="rId2"/>
                <a:stretch>
                  <a:fillRect l="-310" t="-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D38BBA-2498-B794-37CA-48ED150D53CF}"/>
                  </a:ext>
                </a:extLst>
              </p:cNvPr>
              <p:cNvSpPr txBox="1"/>
              <p:nvPr/>
            </p:nvSpPr>
            <p:spPr>
              <a:xfrm>
                <a:off x="2461215" y="2732249"/>
                <a:ext cx="27819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𝑇𝐶</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DBD38BBA-2498-B794-37CA-48ED150D53CF}"/>
                  </a:ext>
                </a:extLst>
              </p:cNvPr>
              <p:cNvSpPr txBox="1">
                <a:spLocks noRot="1" noChangeAspect="1" noMove="1" noResize="1" noEditPoints="1" noAdjustHandles="1" noChangeArrowheads="1" noChangeShapeType="1" noTextEdit="1"/>
              </p:cNvSpPr>
              <p:nvPr/>
            </p:nvSpPr>
            <p:spPr>
              <a:xfrm>
                <a:off x="2461215" y="2732249"/>
                <a:ext cx="2781980" cy="276999"/>
              </a:xfrm>
              <a:prstGeom prst="rect">
                <a:avLst/>
              </a:prstGeom>
              <a:blipFill>
                <a:blip r:embed="rId3"/>
                <a:stretch>
                  <a:fillRect l="-1754" t="-2174" r="-2632" b="-3260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8B298A6-DD25-A25E-A386-A6E1FFC90F6B}"/>
              </a:ext>
            </a:extLst>
          </p:cNvPr>
          <p:cNvSpPr txBox="1"/>
          <p:nvPr/>
        </p:nvSpPr>
        <p:spPr>
          <a:xfrm>
            <a:off x="5814927" y="2686082"/>
            <a:ext cx="3186712" cy="369332"/>
          </a:xfrm>
          <a:prstGeom prst="rect">
            <a:avLst/>
          </a:prstGeom>
          <a:noFill/>
        </p:spPr>
        <p:txBody>
          <a:bodyPr wrap="square">
            <a:spAutoFit/>
          </a:bodyPr>
          <a:lstStyle/>
          <a:p>
            <a:r>
              <a:rPr lang="en-US" i="1" dirty="0"/>
              <a:t>additive representation model</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AB106BE-7037-7F42-F3AB-37C2604CC18D}"/>
                  </a:ext>
                </a:extLst>
              </p:cNvPr>
              <p:cNvSpPr txBox="1"/>
              <p:nvPr/>
            </p:nvSpPr>
            <p:spPr>
              <a:xfrm>
                <a:off x="2461215" y="4561050"/>
                <a:ext cx="2567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𝑇𝐶</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3AB106BE-7037-7F42-F3AB-37C2604CC18D}"/>
                  </a:ext>
                </a:extLst>
              </p:cNvPr>
              <p:cNvSpPr txBox="1">
                <a:spLocks noRot="1" noChangeAspect="1" noMove="1" noResize="1" noEditPoints="1" noAdjustHandles="1" noChangeArrowheads="1" noChangeShapeType="1" noTextEdit="1"/>
              </p:cNvSpPr>
              <p:nvPr/>
            </p:nvSpPr>
            <p:spPr>
              <a:xfrm>
                <a:off x="2461215" y="4561050"/>
                <a:ext cx="2567178" cy="276999"/>
              </a:xfrm>
              <a:prstGeom prst="rect">
                <a:avLst/>
              </a:prstGeom>
              <a:blipFill>
                <a:blip r:embed="rId4"/>
                <a:stretch>
                  <a:fillRect l="-1900" t="-2174" r="-2850" b="-3260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C8E3A93-B0AB-1C38-191F-E5D1B16BB3D7}"/>
              </a:ext>
            </a:extLst>
          </p:cNvPr>
          <p:cNvSpPr txBox="1"/>
          <p:nvPr/>
        </p:nvSpPr>
        <p:spPr>
          <a:xfrm>
            <a:off x="5814927" y="4514883"/>
            <a:ext cx="3652124" cy="369332"/>
          </a:xfrm>
          <a:prstGeom prst="rect">
            <a:avLst/>
          </a:prstGeom>
          <a:noFill/>
        </p:spPr>
        <p:txBody>
          <a:bodyPr wrap="square">
            <a:spAutoFit/>
          </a:bodyPr>
          <a:lstStyle/>
          <a:p>
            <a:r>
              <a:rPr lang="en-US" i="1" dirty="0"/>
              <a:t>multiplicative representation model</a:t>
            </a:r>
          </a:p>
        </p:txBody>
      </p:sp>
      <p:sp>
        <p:nvSpPr>
          <p:cNvPr id="11" name="TextBox 10">
            <a:extLst>
              <a:ext uri="{FF2B5EF4-FFF2-40B4-BE49-F238E27FC236}">
                <a16:creationId xmlns:a16="http://schemas.microsoft.com/office/drawing/2014/main" id="{313B1726-B0F0-4231-409B-98AE3B8C2762}"/>
              </a:ext>
            </a:extLst>
          </p:cNvPr>
          <p:cNvSpPr txBox="1"/>
          <p:nvPr/>
        </p:nvSpPr>
        <p:spPr>
          <a:xfrm>
            <a:off x="1839751" y="3569993"/>
            <a:ext cx="1281255" cy="646331"/>
          </a:xfrm>
          <a:prstGeom prst="rect">
            <a:avLst/>
          </a:prstGeom>
          <a:noFill/>
        </p:spPr>
        <p:txBody>
          <a:bodyPr wrap="square" rtlCol="0">
            <a:spAutoFit/>
          </a:bodyPr>
          <a:lstStyle/>
          <a:p>
            <a:r>
              <a:rPr lang="en-US" dirty="0"/>
              <a:t>Seasonality component</a:t>
            </a:r>
          </a:p>
        </p:txBody>
      </p:sp>
      <p:sp>
        <p:nvSpPr>
          <p:cNvPr id="12" name="TextBox 11">
            <a:extLst>
              <a:ext uri="{FF2B5EF4-FFF2-40B4-BE49-F238E27FC236}">
                <a16:creationId xmlns:a16="http://schemas.microsoft.com/office/drawing/2014/main" id="{E6A7EB53-EB0B-5AA2-88BA-D1FD85E4596D}"/>
              </a:ext>
            </a:extLst>
          </p:cNvPr>
          <p:cNvSpPr txBox="1"/>
          <p:nvPr/>
        </p:nvSpPr>
        <p:spPr>
          <a:xfrm>
            <a:off x="3295308" y="3569993"/>
            <a:ext cx="1281255" cy="646331"/>
          </a:xfrm>
          <a:prstGeom prst="rect">
            <a:avLst/>
          </a:prstGeom>
          <a:noFill/>
        </p:spPr>
        <p:txBody>
          <a:bodyPr wrap="square" rtlCol="0">
            <a:spAutoFit/>
          </a:bodyPr>
          <a:lstStyle/>
          <a:p>
            <a:r>
              <a:rPr lang="en-US" dirty="0"/>
              <a:t>Random component</a:t>
            </a:r>
          </a:p>
        </p:txBody>
      </p:sp>
      <p:sp>
        <p:nvSpPr>
          <p:cNvPr id="13" name="TextBox 12">
            <a:extLst>
              <a:ext uri="{FF2B5EF4-FFF2-40B4-BE49-F238E27FC236}">
                <a16:creationId xmlns:a16="http://schemas.microsoft.com/office/drawing/2014/main" id="{6FC5666B-062F-646B-E2D1-319D72BA8AA4}"/>
              </a:ext>
            </a:extLst>
          </p:cNvPr>
          <p:cNvSpPr txBox="1"/>
          <p:nvPr/>
        </p:nvSpPr>
        <p:spPr>
          <a:xfrm>
            <a:off x="4750865" y="3569993"/>
            <a:ext cx="1281255" cy="646331"/>
          </a:xfrm>
          <a:prstGeom prst="rect">
            <a:avLst/>
          </a:prstGeom>
          <a:noFill/>
        </p:spPr>
        <p:txBody>
          <a:bodyPr wrap="square" rtlCol="0">
            <a:spAutoFit/>
          </a:bodyPr>
          <a:lstStyle/>
          <a:p>
            <a:r>
              <a:rPr lang="en-US" dirty="0"/>
              <a:t>Trend-cycle component</a:t>
            </a:r>
          </a:p>
        </p:txBody>
      </p:sp>
      <p:cxnSp>
        <p:nvCxnSpPr>
          <p:cNvPr id="17" name="Straight Arrow Connector 16">
            <a:extLst>
              <a:ext uri="{FF2B5EF4-FFF2-40B4-BE49-F238E27FC236}">
                <a16:creationId xmlns:a16="http://schemas.microsoft.com/office/drawing/2014/main" id="{765FA1AD-63AB-8E61-0DDB-74A568DC2437}"/>
              </a:ext>
            </a:extLst>
          </p:cNvPr>
          <p:cNvCxnSpPr>
            <a:stCxn id="13" idx="0"/>
          </p:cNvCxnSpPr>
          <p:nvPr/>
        </p:nvCxnSpPr>
        <p:spPr>
          <a:xfrm flipH="1" flipV="1">
            <a:off x="4982659" y="3009248"/>
            <a:ext cx="408834" cy="56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623D342-9646-E473-1BBC-9B95AE0997D5}"/>
              </a:ext>
            </a:extLst>
          </p:cNvPr>
          <p:cNvCxnSpPr>
            <a:cxnSpLocks/>
            <a:stCxn id="13" idx="2"/>
          </p:cNvCxnSpPr>
          <p:nvPr/>
        </p:nvCxnSpPr>
        <p:spPr>
          <a:xfrm flipH="1">
            <a:off x="4750865" y="4216324"/>
            <a:ext cx="640628" cy="34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32DE062-D388-B9E7-5457-85773D68B2E3}"/>
              </a:ext>
            </a:extLst>
          </p:cNvPr>
          <p:cNvCxnSpPr>
            <a:cxnSpLocks/>
            <a:stCxn id="12" idx="0"/>
          </p:cNvCxnSpPr>
          <p:nvPr/>
        </p:nvCxnSpPr>
        <p:spPr>
          <a:xfrm flipV="1">
            <a:off x="3935936" y="3009248"/>
            <a:ext cx="176126" cy="56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2E321C9-3688-86AC-0EAB-F11ACB1D3975}"/>
              </a:ext>
            </a:extLst>
          </p:cNvPr>
          <p:cNvCxnSpPr>
            <a:cxnSpLocks/>
            <a:stCxn id="12" idx="2"/>
          </p:cNvCxnSpPr>
          <p:nvPr/>
        </p:nvCxnSpPr>
        <p:spPr>
          <a:xfrm>
            <a:off x="3935936" y="4216324"/>
            <a:ext cx="171629" cy="34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D5E2159-B70A-390E-D1D3-BB0932E1AE67}"/>
              </a:ext>
            </a:extLst>
          </p:cNvPr>
          <p:cNvCxnSpPr>
            <a:cxnSpLocks/>
            <a:stCxn id="11" idx="0"/>
          </p:cNvCxnSpPr>
          <p:nvPr/>
        </p:nvCxnSpPr>
        <p:spPr>
          <a:xfrm flipV="1">
            <a:off x="2480379" y="3009248"/>
            <a:ext cx="991056" cy="56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C3F4516-12AD-F097-793A-C86434D2F0A8}"/>
              </a:ext>
            </a:extLst>
          </p:cNvPr>
          <p:cNvCxnSpPr>
            <a:cxnSpLocks/>
            <a:stCxn id="11" idx="2"/>
          </p:cNvCxnSpPr>
          <p:nvPr/>
        </p:nvCxnSpPr>
        <p:spPr>
          <a:xfrm>
            <a:off x="2480379" y="4216324"/>
            <a:ext cx="853290" cy="34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 Placeholder 3">
            <a:extLst>
              <a:ext uri="{FF2B5EF4-FFF2-40B4-BE49-F238E27FC236}">
                <a16:creationId xmlns:a16="http://schemas.microsoft.com/office/drawing/2014/main" id="{D8CECCFB-F6DE-7867-DFD4-220185D142EB}"/>
              </a:ext>
            </a:extLst>
          </p:cNvPr>
          <p:cNvSpPr txBox="1">
            <a:spLocks/>
          </p:cNvSpPr>
          <p:nvPr/>
        </p:nvSpPr>
        <p:spPr>
          <a:xfrm>
            <a:off x="726952" y="5247886"/>
            <a:ext cx="9828212" cy="509637"/>
          </a:xfrm>
          <a:prstGeom prst="rect">
            <a:avLst/>
          </a:prstGeom>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tx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eliminate the variability within the seasons, the moving average of the width equal to season length is subtracted for additive and divided by for multiplicative model.</a:t>
            </a:r>
          </a:p>
        </p:txBody>
      </p:sp>
    </p:spTree>
    <p:extLst>
      <p:ext uri="{BB962C8B-B14F-4D97-AF65-F5344CB8AC3E}">
        <p14:creationId xmlns:p14="http://schemas.microsoft.com/office/powerpoint/2010/main" val="2501294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2A517A-6703-C9CA-0A20-AE3BCA7BB1B6}"/>
              </a:ext>
            </a:extLst>
          </p:cNvPr>
          <p:cNvSpPr>
            <a:spLocks noGrp="1"/>
          </p:cNvSpPr>
          <p:nvPr>
            <p:ph type="body" sz="quarter" idx="11"/>
          </p:nvPr>
        </p:nvSpPr>
        <p:spPr/>
        <p:txBody>
          <a:bodyPr/>
          <a:lstStyle/>
          <a:p>
            <a:endParaRPr lang="en-US" dirty="0"/>
          </a:p>
        </p:txBody>
      </p:sp>
      <p:sp>
        <p:nvSpPr>
          <p:cNvPr id="3" name="Text Placeholder 2">
            <a:extLst>
              <a:ext uri="{FF2B5EF4-FFF2-40B4-BE49-F238E27FC236}">
                <a16:creationId xmlns:a16="http://schemas.microsoft.com/office/drawing/2014/main" id="{77BD15A1-FEDB-6DD8-F467-A7E57F1F8AC0}"/>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B16FEAA3-36E6-F83C-F2A0-E8E8365DAA74}"/>
              </a:ext>
            </a:extLst>
          </p:cNvPr>
          <p:cNvSpPr>
            <a:spLocks noGrp="1"/>
          </p:cNvSpPr>
          <p:nvPr>
            <p:ph type="body" sz="quarter" idx="15"/>
          </p:nvPr>
        </p:nvSpPr>
        <p:spPr>
          <a:xfrm>
            <a:off x="639930" y="2064244"/>
            <a:ext cx="4851386" cy="4171100"/>
          </a:xfrm>
        </p:spPr>
        <p:txBody>
          <a:bodyPr/>
          <a:lstStyle/>
          <a:p>
            <a:r>
              <a:rPr lang="en-US" b="1" dirty="0"/>
              <a:t>Univariate time series</a:t>
            </a:r>
            <a:r>
              <a:rPr lang="en-US" dirty="0"/>
              <a:t> – observing a single process (time can be replaced by index), presented by a single value.</a:t>
            </a:r>
          </a:p>
          <a:p>
            <a:endParaRPr lang="en-US" dirty="0"/>
          </a:p>
          <a:p>
            <a:endParaRPr lang="en-US" dirty="0"/>
          </a:p>
          <a:p>
            <a:endParaRPr lang="en-US" dirty="0"/>
          </a:p>
          <a:p>
            <a:r>
              <a:rPr lang="en-US" b="1" dirty="0"/>
              <a:t>Multivariate time series</a:t>
            </a:r>
            <a:r>
              <a:rPr lang="en-US" dirty="0"/>
              <a:t> -  observing several processes (two or more) simultaneously, presented by a vector. The values of variable depend not only itself, but also the values of the other component series.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10" name="Picture 9">
            <a:extLst>
              <a:ext uri="{FF2B5EF4-FFF2-40B4-BE49-F238E27FC236}">
                <a16:creationId xmlns:a16="http://schemas.microsoft.com/office/drawing/2014/main" id="{65D30C75-D39A-48F5-D797-BDBB0B1D2121}"/>
              </a:ext>
            </a:extLst>
          </p:cNvPr>
          <p:cNvPicPr>
            <a:picLocks noChangeAspect="1"/>
          </p:cNvPicPr>
          <p:nvPr/>
        </p:nvPicPr>
        <p:blipFill>
          <a:blip r:embed="rId2"/>
          <a:stretch>
            <a:fillRect/>
          </a:stretch>
        </p:blipFill>
        <p:spPr>
          <a:xfrm>
            <a:off x="6096000" y="1637999"/>
            <a:ext cx="4584589" cy="4810161"/>
          </a:xfrm>
          <a:prstGeom prst="rect">
            <a:avLst/>
          </a:prstGeom>
        </p:spPr>
      </p:pic>
      <p:sp>
        <p:nvSpPr>
          <p:cNvPr id="12" name="TextBox 11">
            <a:extLst>
              <a:ext uri="{FF2B5EF4-FFF2-40B4-BE49-F238E27FC236}">
                <a16:creationId xmlns:a16="http://schemas.microsoft.com/office/drawing/2014/main" id="{9F13C6E9-DFC6-ED84-7285-9DD4BEA853B6}"/>
              </a:ext>
            </a:extLst>
          </p:cNvPr>
          <p:cNvSpPr txBox="1"/>
          <p:nvPr/>
        </p:nvSpPr>
        <p:spPr>
          <a:xfrm>
            <a:off x="5212628" y="6448160"/>
            <a:ext cx="5760171" cy="307777"/>
          </a:xfrm>
          <a:prstGeom prst="rect">
            <a:avLst/>
          </a:prstGeom>
          <a:noFill/>
        </p:spPr>
        <p:txBody>
          <a:bodyPr wrap="square">
            <a:spAutoFit/>
          </a:bodyPr>
          <a:lstStyle/>
          <a:p>
            <a:r>
              <a:rPr lang="en-US" sz="1400" dirty="0">
                <a:hlinkClick r:id="rId3"/>
              </a:rPr>
              <a:t>https://data.nasa.gov/dataset/Multivariate-Time-Series-Search/mrcc-b53g</a:t>
            </a:r>
            <a:r>
              <a:rPr lang="en-US" sz="1400" dirty="0"/>
              <a:t> </a:t>
            </a:r>
          </a:p>
        </p:txBody>
      </p:sp>
    </p:spTree>
    <p:extLst>
      <p:ext uri="{BB962C8B-B14F-4D97-AF65-F5344CB8AC3E}">
        <p14:creationId xmlns:p14="http://schemas.microsoft.com/office/powerpoint/2010/main" val="372125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3F09C8-1D8B-132E-FD6C-53F45AD3D7EA}"/>
              </a:ext>
            </a:extLst>
          </p:cNvPr>
          <p:cNvSpPr>
            <a:spLocks noGrp="1"/>
          </p:cNvSpPr>
          <p:nvPr>
            <p:ph type="body" sz="quarter" idx="11"/>
          </p:nvPr>
        </p:nvSpPr>
        <p:spPr/>
        <p:txBody>
          <a:bodyPr/>
          <a:lstStyle/>
          <a:p>
            <a:r>
              <a:rPr lang="en-US" dirty="0"/>
              <a:t>Time Series</a:t>
            </a:r>
          </a:p>
        </p:txBody>
      </p:sp>
      <p:sp>
        <p:nvSpPr>
          <p:cNvPr id="3" name="Text Placeholder 2">
            <a:extLst>
              <a:ext uri="{FF2B5EF4-FFF2-40B4-BE49-F238E27FC236}">
                <a16:creationId xmlns:a16="http://schemas.microsoft.com/office/drawing/2014/main" id="{F09BBE06-8AED-E38A-24A3-946704BBD90A}"/>
              </a:ext>
            </a:extLst>
          </p:cNvPr>
          <p:cNvSpPr>
            <a:spLocks noGrp="1"/>
          </p:cNvSpPr>
          <p:nvPr>
            <p:ph type="body" sz="quarter" idx="14"/>
          </p:nvPr>
        </p:nvSpPr>
        <p:spPr/>
        <p:txBody>
          <a:bodyPr/>
          <a:lstStyle/>
          <a:p>
            <a:endParaRPr lang="en-US"/>
          </a:p>
        </p:txBody>
      </p:sp>
      <p:sp>
        <p:nvSpPr>
          <p:cNvPr id="6" name="Rectangle 5">
            <a:extLst>
              <a:ext uri="{FF2B5EF4-FFF2-40B4-BE49-F238E27FC236}">
                <a16:creationId xmlns:a16="http://schemas.microsoft.com/office/drawing/2014/main" id="{FC8AA0C5-0E8B-07A5-5F9F-C7067A722F98}"/>
              </a:ext>
            </a:extLst>
          </p:cNvPr>
          <p:cNvSpPr/>
          <p:nvPr/>
        </p:nvSpPr>
        <p:spPr>
          <a:xfrm>
            <a:off x="859425" y="2172307"/>
            <a:ext cx="1828800" cy="6543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Deterministic</a:t>
            </a:r>
          </a:p>
        </p:txBody>
      </p:sp>
      <p:sp>
        <p:nvSpPr>
          <p:cNvPr id="7" name="Rectangle 6">
            <a:extLst>
              <a:ext uri="{FF2B5EF4-FFF2-40B4-BE49-F238E27FC236}">
                <a16:creationId xmlns:a16="http://schemas.microsoft.com/office/drawing/2014/main" id="{000E7D4B-3220-40AC-5BC8-07CF102338BF}"/>
              </a:ext>
            </a:extLst>
          </p:cNvPr>
          <p:cNvSpPr/>
          <p:nvPr/>
        </p:nvSpPr>
        <p:spPr>
          <a:xfrm>
            <a:off x="7390172" y="2172749"/>
            <a:ext cx="1828800" cy="6543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Stochastic</a:t>
            </a:r>
          </a:p>
        </p:txBody>
      </p:sp>
      <p:sp>
        <p:nvSpPr>
          <p:cNvPr id="8" name="Rectangle 7">
            <a:extLst>
              <a:ext uri="{FF2B5EF4-FFF2-40B4-BE49-F238E27FC236}">
                <a16:creationId xmlns:a16="http://schemas.microsoft.com/office/drawing/2014/main" id="{F6D23639-0D38-9430-1D73-F45482FD4374}"/>
              </a:ext>
            </a:extLst>
          </p:cNvPr>
          <p:cNvSpPr/>
          <p:nvPr/>
        </p:nvSpPr>
        <p:spPr>
          <a:xfrm>
            <a:off x="4124798" y="2172306"/>
            <a:ext cx="1828800" cy="6543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Chaotic</a:t>
            </a:r>
          </a:p>
        </p:txBody>
      </p:sp>
      <p:sp>
        <p:nvSpPr>
          <p:cNvPr id="9" name="TextBox 8">
            <a:extLst>
              <a:ext uri="{FF2B5EF4-FFF2-40B4-BE49-F238E27FC236}">
                <a16:creationId xmlns:a16="http://schemas.microsoft.com/office/drawing/2014/main" id="{0A149944-6682-9BE0-A1F1-F2E152194F00}"/>
              </a:ext>
            </a:extLst>
          </p:cNvPr>
          <p:cNvSpPr txBox="1"/>
          <p:nvPr/>
        </p:nvSpPr>
        <p:spPr>
          <a:xfrm>
            <a:off x="859425" y="3054485"/>
            <a:ext cx="2370158" cy="1323439"/>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Expressed by closed mathematical expression;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Does not exist in reality</a:t>
            </a:r>
          </a:p>
        </p:txBody>
      </p:sp>
      <p:sp>
        <p:nvSpPr>
          <p:cNvPr id="10" name="TextBox 9">
            <a:extLst>
              <a:ext uri="{FF2B5EF4-FFF2-40B4-BE49-F238E27FC236}">
                <a16:creationId xmlns:a16="http://schemas.microsoft.com/office/drawing/2014/main" id="{E6F96AF6-5273-7891-A1D4-F362DAF81BDC}"/>
              </a:ext>
            </a:extLst>
          </p:cNvPr>
          <p:cNvSpPr txBox="1"/>
          <p:nvPr/>
        </p:nvSpPr>
        <p:spPr>
          <a:xfrm>
            <a:off x="7390172" y="3054486"/>
            <a:ext cx="2370158" cy="1815882"/>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 complete solution cannot be found;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Can only be represented in terms of probability distribution function</a:t>
            </a:r>
          </a:p>
        </p:txBody>
      </p:sp>
      <p:sp>
        <p:nvSpPr>
          <p:cNvPr id="11" name="TextBox 10">
            <a:extLst>
              <a:ext uri="{FF2B5EF4-FFF2-40B4-BE49-F238E27FC236}">
                <a16:creationId xmlns:a16="http://schemas.microsoft.com/office/drawing/2014/main" id="{F3AF619B-42EC-1387-200B-58C04E88C701}"/>
              </a:ext>
            </a:extLst>
          </p:cNvPr>
          <p:cNvSpPr txBox="1"/>
          <p:nvPr/>
        </p:nvSpPr>
        <p:spPr>
          <a:xfrm>
            <a:off x="3977469" y="3054485"/>
            <a:ext cx="2370158" cy="255454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Characterized by values that appear to be randomly distributed and non-periodic, but are results of the unknown initial conditions of the deterministic process</a:t>
            </a:r>
          </a:p>
          <a:p>
            <a:r>
              <a:rPr lang="en-US" sz="1600" dirty="0">
                <a:latin typeface="Arial" panose="020B0604020202020204" pitchFamily="34" charset="0"/>
                <a:cs typeface="Arial" panose="020B0604020202020204" pitchFamily="34" charset="0"/>
              </a:rPr>
              <a:t>(disordered deterministic)</a:t>
            </a:r>
          </a:p>
        </p:txBody>
      </p:sp>
    </p:spTree>
    <p:extLst>
      <p:ext uri="{BB962C8B-B14F-4D97-AF65-F5344CB8AC3E}">
        <p14:creationId xmlns:p14="http://schemas.microsoft.com/office/powerpoint/2010/main" val="2698062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3DC814-6828-B735-F1E2-5B7F5092E032}"/>
              </a:ext>
            </a:extLst>
          </p:cNvPr>
          <p:cNvSpPr>
            <a:spLocks noGrp="1"/>
          </p:cNvSpPr>
          <p:nvPr>
            <p:ph type="body" sz="quarter" idx="11"/>
          </p:nvPr>
        </p:nvSpPr>
        <p:spPr/>
        <p:txBody>
          <a:bodyPr/>
          <a:lstStyle/>
          <a:p>
            <a:r>
              <a:rPr lang="en-US" dirty="0"/>
              <a:t>Evaluating Time Series</a:t>
            </a:r>
          </a:p>
        </p:txBody>
      </p:sp>
      <p:sp>
        <p:nvSpPr>
          <p:cNvPr id="3" name="Text Placeholder 2">
            <a:extLst>
              <a:ext uri="{FF2B5EF4-FFF2-40B4-BE49-F238E27FC236}">
                <a16:creationId xmlns:a16="http://schemas.microsoft.com/office/drawing/2014/main" id="{9E4CEDE9-C4C2-FD97-DAA8-7CACBD471B26}"/>
              </a:ext>
            </a:extLst>
          </p:cNvPr>
          <p:cNvSpPr>
            <a:spLocks noGrp="1"/>
          </p:cNvSpPr>
          <p:nvPr>
            <p:ph type="body" sz="quarter" idx="14"/>
          </p:nvPr>
        </p:nvSpPr>
        <p:spPr/>
        <p:txBody>
          <a:bodyPr/>
          <a:lstStyle/>
          <a:p>
            <a:endParaRPr lang="en-US"/>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62F6492-5A86-92E6-21BD-C2A469836B03}"/>
                  </a:ext>
                </a:extLst>
              </p:cNvPr>
              <p:cNvSpPr>
                <a:spLocks noGrp="1"/>
              </p:cNvSpPr>
              <p:nvPr>
                <p:ph type="body" sz="quarter" idx="15"/>
              </p:nvPr>
            </p:nvSpPr>
            <p:spPr>
              <a:xfrm>
                <a:off x="547041" y="1472044"/>
                <a:ext cx="5441010" cy="5165424"/>
              </a:xfrm>
            </p:spPr>
            <p:txBody>
              <a:bodyPr/>
              <a:lstStyle/>
              <a:p>
                <a:r>
                  <a:rPr lang="en-US" sz="1300" dirty="0"/>
                  <a:t>Mean absolute error (MAE):</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𝑀𝐴𝐸</m:t>
                      </m:r>
                      <m:r>
                        <a:rPr lang="en-US" sz="1300" b="0" i="1" smtClean="0">
                          <a:latin typeface="Cambria Math" panose="02040503050406030204" pitchFamily="18" charset="0"/>
                        </a:rPr>
                        <m:t>=</m:t>
                      </m:r>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b="0" i="1" smtClean="0">
                              <a:latin typeface="Cambria Math" panose="02040503050406030204" pitchFamily="18" charset="0"/>
                            </a:rPr>
                            <m:t>𝐻</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i="1">
                              <a:latin typeface="Cambria Math" panose="02040503050406030204" pitchFamily="18" charset="0"/>
                            </a:rPr>
                            <m:t>𝑇</m:t>
                          </m:r>
                          <m:r>
                            <a:rPr lang="en-US" sz="1300" i="1">
                              <a:latin typeface="Cambria Math" panose="02040503050406030204" pitchFamily="18" charset="0"/>
                            </a:rPr>
                            <m:t>+1</m:t>
                          </m:r>
                        </m:sub>
                        <m:sup>
                          <m:r>
                            <a:rPr lang="en-US" sz="1300" i="1">
                              <a:latin typeface="Cambria Math" panose="02040503050406030204" pitchFamily="18" charset="0"/>
                            </a:rPr>
                            <m:t>𝑇</m:t>
                          </m:r>
                          <m:r>
                            <a:rPr lang="en-US" sz="1300" i="1">
                              <a:latin typeface="Cambria Math" panose="02040503050406030204" pitchFamily="18" charset="0"/>
                            </a:rPr>
                            <m:t>+</m:t>
                          </m:r>
                          <m:r>
                            <a:rPr lang="en-US" sz="1300" i="1">
                              <a:latin typeface="Cambria Math" panose="02040503050406030204" pitchFamily="18" charset="0"/>
                            </a:rPr>
                            <m:t>𝐻</m:t>
                          </m:r>
                        </m:sup>
                        <m:e>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𝑓</m:t>
                              </m:r>
                            </m:e>
                            <m:sub>
                              <m:r>
                                <a:rPr lang="en-US" sz="1300" i="1">
                                  <a:latin typeface="Cambria Math" panose="02040503050406030204" pitchFamily="18" charset="0"/>
                                </a:rPr>
                                <m:t>𝑡</m:t>
                              </m:r>
                            </m:sub>
                          </m:sSub>
                          <m:r>
                            <a:rPr lang="en-US" sz="1300" i="1">
                              <a:latin typeface="Cambria Math" panose="02040503050406030204" pitchFamily="18" charset="0"/>
                            </a:rPr>
                            <m:t>|</m:t>
                          </m:r>
                        </m:e>
                      </m:nary>
                    </m:oMath>
                  </m:oMathPara>
                </a14:m>
                <a:endParaRPr lang="en-US" sz="1300" dirty="0"/>
              </a:p>
              <a:p>
                <a:endParaRPr lang="en-US" sz="1300" dirty="0"/>
              </a:p>
              <a:p>
                <a:r>
                  <a:rPr lang="en-US" sz="1300" dirty="0"/>
                  <a:t>Mean absolute percentage error (MAPE):</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𝑀𝐴𝑃𝐸</m:t>
                      </m:r>
                      <m:r>
                        <a:rPr lang="en-US" sz="1300" b="0" i="1" smtClean="0">
                          <a:latin typeface="Cambria Math" panose="02040503050406030204" pitchFamily="18" charset="0"/>
                        </a:rPr>
                        <m:t>=</m:t>
                      </m:r>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b="0" i="1" smtClean="0">
                              <a:latin typeface="Cambria Math" panose="02040503050406030204" pitchFamily="18" charset="0"/>
                            </a:rPr>
                            <m:t>𝐻</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i="1">
                              <a:latin typeface="Cambria Math" panose="02040503050406030204" pitchFamily="18" charset="0"/>
                            </a:rPr>
                            <m:t>𝑇</m:t>
                          </m:r>
                          <m:r>
                            <a:rPr lang="en-US" sz="1300" i="1">
                              <a:latin typeface="Cambria Math" panose="02040503050406030204" pitchFamily="18" charset="0"/>
                            </a:rPr>
                            <m:t>+1</m:t>
                          </m:r>
                        </m:sub>
                        <m:sup>
                          <m:r>
                            <a:rPr lang="en-US" sz="1300" i="1">
                              <a:latin typeface="Cambria Math" panose="02040503050406030204" pitchFamily="18" charset="0"/>
                            </a:rPr>
                            <m:t>𝑇</m:t>
                          </m:r>
                          <m:r>
                            <a:rPr lang="en-US" sz="1300" i="1">
                              <a:latin typeface="Cambria Math" panose="02040503050406030204" pitchFamily="18" charset="0"/>
                            </a:rPr>
                            <m:t>+</m:t>
                          </m:r>
                          <m:r>
                            <a:rPr lang="en-US" sz="1300" i="1">
                              <a:latin typeface="Cambria Math" panose="02040503050406030204" pitchFamily="18" charset="0"/>
                            </a:rPr>
                            <m:t>𝐻</m:t>
                          </m:r>
                        </m:sup>
                        <m:e>
                          <m:f>
                            <m:fPr>
                              <m:ctrlPr>
                                <a:rPr lang="en-US" sz="1300" b="0" i="1" smtClean="0">
                                  <a:latin typeface="Cambria Math" panose="02040503050406030204" pitchFamily="18" charset="0"/>
                                </a:rPr>
                              </m:ctrlPr>
                            </m:fPr>
                            <m:num>
                              <m:d>
                                <m:dPr>
                                  <m:begChr m:val="|"/>
                                  <m:endChr m:val="|"/>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𝑓</m:t>
                                      </m:r>
                                    </m:e>
                                    <m:sub>
                                      <m:r>
                                        <a:rPr lang="en-US" sz="1300" i="1">
                                          <a:latin typeface="Cambria Math" panose="02040503050406030204" pitchFamily="18" charset="0"/>
                                        </a:rPr>
                                        <m:t>𝑡</m:t>
                                      </m:r>
                                    </m:sub>
                                  </m:sSub>
                                </m:e>
                              </m:d>
                            </m:num>
                            <m:den>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𝑦</m:t>
                                  </m:r>
                                </m:e>
                                <m:sub>
                                  <m:r>
                                    <a:rPr lang="en-US" sz="1300" b="0" i="1" smtClean="0">
                                      <a:latin typeface="Cambria Math" panose="02040503050406030204" pitchFamily="18" charset="0"/>
                                    </a:rPr>
                                    <m:t>𝑡</m:t>
                                  </m:r>
                                </m:sub>
                              </m:sSub>
                              <m:r>
                                <a:rPr lang="en-US" sz="1300" b="0" i="1" smtClean="0">
                                  <a:latin typeface="Cambria Math" panose="02040503050406030204" pitchFamily="18" charset="0"/>
                                </a:rPr>
                                <m:t>|</m:t>
                              </m:r>
                            </m:den>
                          </m:f>
                        </m:e>
                      </m:nary>
                    </m:oMath>
                  </m:oMathPara>
                </a14:m>
                <a:endParaRPr lang="en-US" sz="1300" dirty="0"/>
              </a:p>
              <a:p>
                <a:endParaRPr lang="en-US" sz="1300" dirty="0"/>
              </a:p>
              <a:p>
                <a:r>
                  <a:rPr lang="en-US" sz="1300" dirty="0"/>
                  <a:t>Mean absolute scaled error (MASE):</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𝑀𝐴𝑆𝐸</m:t>
                      </m:r>
                      <m:r>
                        <a:rPr lang="en-US" sz="1300" b="0" i="1" smtClean="0">
                          <a:latin typeface="Cambria Math" panose="02040503050406030204" pitchFamily="18" charset="0"/>
                        </a:rPr>
                        <m:t>=</m:t>
                      </m:r>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b="0" i="1" smtClean="0">
                              <a:latin typeface="Cambria Math" panose="02040503050406030204" pitchFamily="18" charset="0"/>
                            </a:rPr>
                            <m:t>𝐻</m:t>
                          </m:r>
                        </m:den>
                      </m:f>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b="0" i="1" smtClean="0">
                              <a:latin typeface="Cambria Math" panose="02040503050406030204" pitchFamily="18" charset="0"/>
                            </a:rPr>
                            <m:t>𝑎</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i="1">
                              <a:latin typeface="Cambria Math" panose="02040503050406030204" pitchFamily="18" charset="0"/>
                            </a:rPr>
                            <m:t>𝑇</m:t>
                          </m:r>
                          <m:r>
                            <a:rPr lang="en-US" sz="1300" i="1">
                              <a:latin typeface="Cambria Math" panose="02040503050406030204" pitchFamily="18" charset="0"/>
                            </a:rPr>
                            <m:t>+1</m:t>
                          </m:r>
                        </m:sub>
                        <m:sup>
                          <m:r>
                            <a:rPr lang="en-US" sz="1300" i="1">
                              <a:latin typeface="Cambria Math" panose="02040503050406030204" pitchFamily="18" charset="0"/>
                            </a:rPr>
                            <m:t>𝑇</m:t>
                          </m:r>
                          <m:r>
                            <a:rPr lang="en-US" sz="1300" i="1">
                              <a:latin typeface="Cambria Math" panose="02040503050406030204" pitchFamily="18" charset="0"/>
                            </a:rPr>
                            <m:t>+</m:t>
                          </m:r>
                          <m:r>
                            <a:rPr lang="en-US" sz="1300" i="1">
                              <a:latin typeface="Cambria Math" panose="02040503050406030204" pitchFamily="18" charset="0"/>
                            </a:rPr>
                            <m:t>𝐻</m:t>
                          </m:r>
                        </m:sup>
                        <m:e>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𝑓</m:t>
                              </m:r>
                            </m:e>
                            <m:sub>
                              <m:r>
                                <a:rPr lang="en-US" sz="1300" i="1">
                                  <a:latin typeface="Cambria Math" panose="02040503050406030204" pitchFamily="18" charset="0"/>
                                </a:rPr>
                                <m:t>𝑡</m:t>
                              </m:r>
                            </m:sub>
                          </m:sSub>
                          <m:r>
                            <a:rPr lang="en-US" sz="1300" i="1">
                              <a:latin typeface="Cambria Math" panose="02040503050406030204" pitchFamily="18" charset="0"/>
                            </a:rPr>
                            <m:t>|</m:t>
                          </m:r>
                        </m:e>
                      </m:nary>
                      <m:r>
                        <a:rPr lang="en-US" sz="1300" b="0" i="1" smtClean="0">
                          <a:latin typeface="Cambria Math" panose="02040503050406030204" pitchFamily="18" charset="0"/>
                        </a:rPr>
                        <m:t>,</m:t>
                      </m:r>
                      <m:r>
                        <a:rPr lang="en-US" sz="1300" b="0" i="1" smtClean="0">
                          <a:latin typeface="Cambria Math" panose="02040503050406030204" pitchFamily="18" charset="0"/>
                        </a:rPr>
                        <m:t>𝑎</m:t>
                      </m:r>
                      <m:r>
                        <a:rPr lang="en-US" sz="1300" b="0" i="1" smtClean="0">
                          <a:latin typeface="Cambria Math" panose="02040503050406030204" pitchFamily="18" charset="0"/>
                        </a:rPr>
                        <m:t>=</m:t>
                      </m:r>
                      <m:f>
                        <m:fPr>
                          <m:ctrlPr>
                            <a:rPr lang="en-US" sz="1300" b="0" i="1" smtClean="0">
                              <a:latin typeface="Cambria Math" panose="02040503050406030204" pitchFamily="18" charset="0"/>
                            </a:rPr>
                          </m:ctrlPr>
                        </m:fPr>
                        <m:num>
                          <m:r>
                            <a:rPr lang="en-US" sz="1300" b="0" i="1" smtClean="0">
                              <a:latin typeface="Cambria Math" panose="02040503050406030204" pitchFamily="18" charset="0"/>
                            </a:rPr>
                            <m:t>1</m:t>
                          </m:r>
                        </m:num>
                        <m:den>
                          <m:r>
                            <a:rPr lang="en-US" sz="1300" b="0" i="1" smtClean="0">
                              <a:latin typeface="Cambria Math" panose="02040503050406030204" pitchFamily="18" charset="0"/>
                            </a:rPr>
                            <m:t>𝑇</m:t>
                          </m:r>
                          <m:r>
                            <a:rPr lang="en-US" sz="1300" b="0" i="1" smtClean="0">
                              <a:latin typeface="Cambria Math" panose="02040503050406030204" pitchFamily="18" charset="0"/>
                            </a:rPr>
                            <m:t>−</m:t>
                          </m:r>
                          <m:r>
                            <a:rPr lang="en-US" sz="1300" b="0" i="1" smtClean="0">
                              <a:latin typeface="Cambria Math" panose="02040503050406030204" pitchFamily="18" charset="0"/>
                            </a:rPr>
                            <m:t>𝑚</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b="0" i="1" smtClean="0">
                              <a:latin typeface="Cambria Math" panose="02040503050406030204" pitchFamily="18" charset="0"/>
                            </a:rPr>
                            <m:t>𝑚</m:t>
                          </m:r>
                          <m:r>
                            <a:rPr lang="en-US" sz="1300" i="1">
                              <a:latin typeface="Cambria Math" panose="02040503050406030204" pitchFamily="18" charset="0"/>
                            </a:rPr>
                            <m:t>+1</m:t>
                          </m:r>
                        </m:sub>
                        <m:sup>
                          <m:r>
                            <a:rPr lang="en-US" sz="1300" i="1">
                              <a:latin typeface="Cambria Math" panose="02040503050406030204" pitchFamily="18" charset="0"/>
                            </a:rPr>
                            <m:t>𝑇</m:t>
                          </m:r>
                        </m:sup>
                        <m:e>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𝑦</m:t>
                              </m:r>
                            </m:e>
                            <m:sub>
                              <m:r>
                                <a:rPr lang="en-US" sz="1300" b="0" i="1" smtClean="0">
                                  <a:latin typeface="Cambria Math" panose="02040503050406030204" pitchFamily="18" charset="0"/>
                                </a:rPr>
                                <m:t>𝑡</m:t>
                              </m:r>
                              <m:r>
                                <a:rPr lang="en-US" sz="1300" b="0" i="1" smtClean="0">
                                  <a:latin typeface="Cambria Math" panose="02040503050406030204" pitchFamily="18" charset="0"/>
                                </a:rPr>
                                <m:t>−</m:t>
                              </m:r>
                              <m:r>
                                <a:rPr lang="en-US" sz="1300" b="0" i="1" smtClean="0">
                                  <a:latin typeface="Cambria Math" panose="02040503050406030204" pitchFamily="18" charset="0"/>
                                </a:rPr>
                                <m:t>𝑚</m:t>
                              </m:r>
                            </m:sub>
                          </m:sSub>
                          <m:r>
                            <a:rPr lang="en-US" sz="1300" i="1">
                              <a:latin typeface="Cambria Math" panose="02040503050406030204" pitchFamily="18" charset="0"/>
                            </a:rPr>
                            <m:t>|</m:t>
                          </m:r>
                        </m:e>
                      </m:nary>
                    </m:oMath>
                  </m:oMathPara>
                </a14:m>
                <a:endParaRPr lang="en-US" sz="1300" dirty="0"/>
              </a:p>
              <a:p>
                <a:endParaRPr lang="en-US" sz="1300" dirty="0"/>
              </a:p>
              <a:p>
                <a:r>
                  <a:rPr lang="en-US" sz="1300" dirty="0"/>
                  <a:t>Mean squared error (MSE):</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𝑀𝑆𝐸</m:t>
                      </m:r>
                      <m:r>
                        <a:rPr lang="en-US" sz="1300" b="0" i="1" smtClean="0">
                          <a:latin typeface="Cambria Math" panose="02040503050406030204" pitchFamily="18" charset="0"/>
                        </a:rPr>
                        <m:t>=</m:t>
                      </m:r>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b="0" i="1" smtClean="0">
                              <a:latin typeface="Cambria Math" panose="02040503050406030204" pitchFamily="18" charset="0"/>
                            </a:rPr>
                            <m:t>𝐻</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i="1">
                              <a:latin typeface="Cambria Math" panose="02040503050406030204" pitchFamily="18" charset="0"/>
                            </a:rPr>
                            <m:t>𝑇</m:t>
                          </m:r>
                          <m:r>
                            <a:rPr lang="en-US" sz="1300" i="1">
                              <a:latin typeface="Cambria Math" panose="02040503050406030204" pitchFamily="18" charset="0"/>
                            </a:rPr>
                            <m:t>+1</m:t>
                          </m:r>
                        </m:sub>
                        <m:sup>
                          <m:r>
                            <a:rPr lang="en-US" sz="1300" i="1">
                              <a:latin typeface="Cambria Math" panose="02040503050406030204" pitchFamily="18" charset="0"/>
                            </a:rPr>
                            <m:t>𝑇</m:t>
                          </m:r>
                          <m:r>
                            <a:rPr lang="en-US" sz="1300" i="1">
                              <a:latin typeface="Cambria Math" panose="02040503050406030204" pitchFamily="18" charset="0"/>
                            </a:rPr>
                            <m:t>+</m:t>
                          </m:r>
                          <m:r>
                            <a:rPr lang="en-US" sz="1300" i="1">
                              <a:latin typeface="Cambria Math" panose="02040503050406030204" pitchFamily="18" charset="0"/>
                            </a:rPr>
                            <m:t>𝐻</m:t>
                          </m:r>
                        </m:sup>
                        <m:e>
                          <m:sSup>
                            <m:sSupPr>
                              <m:ctrlPr>
                                <a:rPr lang="en-US" sz="1300" b="0" i="1" smtClean="0">
                                  <a:latin typeface="Cambria Math" panose="02040503050406030204" pitchFamily="18" charset="0"/>
                                </a:rPr>
                              </m:ctrlPr>
                            </m:sSupPr>
                            <m:e>
                              <m:d>
                                <m:dPr>
                                  <m:ctrlPr>
                                    <a:rPr lang="en-US" sz="1300" b="0" i="1" smtClean="0">
                                      <a:latin typeface="Cambria Math" panose="02040503050406030204" pitchFamily="18" charset="0"/>
                                    </a:rPr>
                                  </m:ctrlPr>
                                </m:dPr>
                                <m:e>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𝑓</m:t>
                                      </m:r>
                                    </m:e>
                                    <m:sub>
                                      <m:r>
                                        <a:rPr lang="en-US" sz="1300" i="1">
                                          <a:latin typeface="Cambria Math" panose="02040503050406030204" pitchFamily="18" charset="0"/>
                                        </a:rPr>
                                        <m:t>𝑡</m:t>
                                      </m:r>
                                    </m:sub>
                                  </m:sSub>
                                </m:e>
                              </m:d>
                            </m:e>
                            <m:sup>
                              <m:r>
                                <a:rPr lang="en-US" sz="1300" b="0" i="1" smtClean="0">
                                  <a:latin typeface="Cambria Math" panose="02040503050406030204" pitchFamily="18" charset="0"/>
                                </a:rPr>
                                <m:t>2</m:t>
                              </m:r>
                            </m:sup>
                          </m:sSup>
                        </m:e>
                      </m:nary>
                    </m:oMath>
                  </m:oMathPara>
                </a14:m>
                <a:endParaRPr lang="en-US" sz="1300" dirty="0"/>
              </a:p>
              <a:p>
                <a:endParaRPr lang="en-US" sz="1300" dirty="0"/>
              </a:p>
              <a:p>
                <a:r>
                  <a:rPr lang="en-US" sz="1300" dirty="0"/>
                  <a:t>Root mean squared error (RMSE):</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𝑅𝑀𝑆𝐸</m:t>
                      </m:r>
                      <m:r>
                        <a:rPr lang="en-US" sz="1300" b="0" i="1" smtClean="0">
                          <a:latin typeface="Cambria Math" panose="02040503050406030204" pitchFamily="18" charset="0"/>
                        </a:rPr>
                        <m:t>=</m:t>
                      </m:r>
                      <m:rad>
                        <m:radPr>
                          <m:degHide m:val="on"/>
                          <m:ctrlPr>
                            <a:rPr lang="en-US" sz="1300" b="0" i="1" smtClean="0">
                              <a:latin typeface="Cambria Math" panose="02040503050406030204" pitchFamily="18" charset="0"/>
                            </a:rPr>
                          </m:ctrlPr>
                        </m:radPr>
                        <m:deg/>
                        <m:e>
                          <m:f>
                            <m:fPr>
                              <m:ctrlPr>
                                <a:rPr lang="en-US" sz="1300" i="1">
                                  <a:latin typeface="Cambria Math" panose="02040503050406030204" pitchFamily="18" charset="0"/>
                                </a:rPr>
                              </m:ctrlPr>
                            </m:fPr>
                            <m:num>
                              <m:r>
                                <a:rPr lang="en-US" sz="1300" i="1">
                                  <a:latin typeface="Cambria Math" panose="02040503050406030204" pitchFamily="18" charset="0"/>
                                </a:rPr>
                                <m:t>1</m:t>
                              </m:r>
                            </m:num>
                            <m:den>
                              <m:r>
                                <a:rPr lang="en-US" sz="1300" i="1">
                                  <a:latin typeface="Cambria Math" panose="02040503050406030204" pitchFamily="18" charset="0"/>
                                </a:rPr>
                                <m:t>𝐻</m:t>
                              </m:r>
                            </m:den>
                          </m:f>
                          <m:nary>
                            <m:naryPr>
                              <m:chr m:val="∑"/>
                              <m:ctrlPr>
                                <a:rPr lang="en-US" sz="1300" i="1">
                                  <a:latin typeface="Cambria Math" panose="02040503050406030204" pitchFamily="18" charset="0"/>
                                </a:rPr>
                              </m:ctrlPr>
                            </m:naryPr>
                            <m:sub>
                              <m:r>
                                <a:rPr lang="en-US" sz="1300" i="1">
                                  <a:latin typeface="Cambria Math" panose="02040503050406030204" pitchFamily="18" charset="0"/>
                                </a:rPr>
                                <m:t>𝑡</m:t>
                              </m:r>
                              <m:r>
                                <a:rPr lang="en-US" sz="1300" i="1">
                                  <a:latin typeface="Cambria Math" panose="02040503050406030204" pitchFamily="18" charset="0"/>
                                </a:rPr>
                                <m:t>=</m:t>
                              </m:r>
                              <m:r>
                                <a:rPr lang="en-US" sz="1300" i="1">
                                  <a:latin typeface="Cambria Math" panose="02040503050406030204" pitchFamily="18" charset="0"/>
                                </a:rPr>
                                <m:t>𝑇</m:t>
                              </m:r>
                              <m:r>
                                <a:rPr lang="en-US" sz="1300" i="1">
                                  <a:latin typeface="Cambria Math" panose="02040503050406030204" pitchFamily="18" charset="0"/>
                                </a:rPr>
                                <m:t>+1</m:t>
                              </m:r>
                            </m:sub>
                            <m:sup>
                              <m:r>
                                <a:rPr lang="en-US" sz="1300" i="1">
                                  <a:latin typeface="Cambria Math" panose="02040503050406030204" pitchFamily="18" charset="0"/>
                                </a:rPr>
                                <m:t>𝑇</m:t>
                              </m:r>
                              <m:r>
                                <a:rPr lang="en-US" sz="1300" i="1">
                                  <a:latin typeface="Cambria Math" panose="02040503050406030204" pitchFamily="18" charset="0"/>
                                </a:rPr>
                                <m:t>+</m:t>
                              </m:r>
                              <m:r>
                                <a:rPr lang="en-US" sz="1300" i="1">
                                  <a:latin typeface="Cambria Math" panose="02040503050406030204" pitchFamily="18" charset="0"/>
                                </a:rPr>
                                <m:t>𝐻</m:t>
                              </m:r>
                            </m:sup>
                            <m:e>
                              <m:sSup>
                                <m:sSupPr>
                                  <m:ctrlPr>
                                    <a:rPr lang="en-US" sz="1300" i="1">
                                      <a:latin typeface="Cambria Math" panose="02040503050406030204" pitchFamily="18" charset="0"/>
                                    </a:rPr>
                                  </m:ctrlPr>
                                </m:sSupPr>
                                <m:e>
                                  <m:d>
                                    <m:dPr>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i="1">
                                              <a:latin typeface="Cambria Math" panose="02040503050406030204" pitchFamily="18" charset="0"/>
                                            </a:rPr>
                                            <m:t>𝑦</m:t>
                                          </m:r>
                                        </m:e>
                                        <m:sub>
                                          <m:r>
                                            <a:rPr lang="en-US" sz="1300" i="1">
                                              <a:latin typeface="Cambria Math" panose="02040503050406030204" pitchFamily="18" charset="0"/>
                                            </a:rPr>
                                            <m:t>𝑡</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𝑓</m:t>
                                          </m:r>
                                        </m:e>
                                        <m:sub>
                                          <m:r>
                                            <a:rPr lang="en-US" sz="1300" i="1">
                                              <a:latin typeface="Cambria Math" panose="02040503050406030204" pitchFamily="18" charset="0"/>
                                            </a:rPr>
                                            <m:t>𝑡</m:t>
                                          </m:r>
                                        </m:sub>
                                      </m:sSub>
                                    </m:e>
                                  </m:d>
                                </m:e>
                                <m:sup>
                                  <m:r>
                                    <a:rPr lang="en-US" sz="1300" i="1">
                                      <a:latin typeface="Cambria Math" panose="02040503050406030204" pitchFamily="18" charset="0"/>
                                    </a:rPr>
                                    <m:t>2</m:t>
                                  </m:r>
                                </m:sup>
                              </m:sSup>
                            </m:e>
                          </m:nary>
                        </m:e>
                      </m:rad>
                    </m:oMath>
                  </m:oMathPara>
                </a14:m>
                <a:endParaRPr lang="en-US" sz="1300" dirty="0"/>
              </a:p>
              <a:p>
                <a:r>
                  <a:rPr lang="en-US" sz="1300" dirty="0"/>
                  <a:t>…</a:t>
                </a:r>
              </a:p>
            </p:txBody>
          </p:sp>
        </mc:Choice>
        <mc:Fallback xmlns="">
          <p:sp>
            <p:nvSpPr>
              <p:cNvPr id="4" name="Text Placeholder 3">
                <a:extLst>
                  <a:ext uri="{FF2B5EF4-FFF2-40B4-BE49-F238E27FC236}">
                    <a16:creationId xmlns:a16="http://schemas.microsoft.com/office/drawing/2014/main" id="{762F6492-5A86-92E6-21BD-C2A469836B03}"/>
                  </a:ext>
                </a:extLst>
              </p:cNvPr>
              <p:cNvSpPr>
                <a:spLocks noGrp="1" noRot="1" noChangeAspect="1" noMove="1" noResize="1" noEditPoints="1" noAdjustHandles="1" noChangeArrowheads="1" noChangeShapeType="1" noTextEdit="1"/>
              </p:cNvSpPr>
              <p:nvPr>
                <p:ph type="body" sz="quarter" idx="15"/>
              </p:nvPr>
            </p:nvSpPr>
            <p:spPr>
              <a:xfrm>
                <a:off x="547041" y="1472044"/>
                <a:ext cx="5441010" cy="5165424"/>
              </a:xfrm>
              <a:blipFill>
                <a:blip r:embed="rId2"/>
                <a:stretch>
                  <a:fillRect l="-224" b="-849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9D780FF-FEA7-035E-C1B6-6F5FD6946E75}"/>
              </a:ext>
            </a:extLst>
          </p:cNvPr>
          <p:cNvPicPr>
            <a:picLocks noChangeAspect="1"/>
          </p:cNvPicPr>
          <p:nvPr/>
        </p:nvPicPr>
        <p:blipFill>
          <a:blip r:embed="rId3"/>
          <a:stretch>
            <a:fillRect/>
          </a:stretch>
        </p:blipFill>
        <p:spPr>
          <a:xfrm>
            <a:off x="6612673" y="1561947"/>
            <a:ext cx="3796425" cy="2840099"/>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1EFC8DF-7839-C0B0-A97F-EA18E7EE34FA}"/>
                  </a:ext>
                </a:extLst>
              </p:cNvPr>
              <p:cNvSpPr txBox="1"/>
              <p:nvPr/>
            </p:nvSpPr>
            <p:spPr>
              <a:xfrm>
                <a:off x="6203950" y="4502937"/>
                <a:ext cx="4646187" cy="1569660"/>
              </a:xfrm>
              <a:prstGeom prst="rect">
                <a:avLst/>
              </a:prstGeom>
              <a:noFill/>
            </p:spPr>
            <p:txBody>
              <a:bodyPr wrap="square">
                <a:spAutoFit/>
              </a:bodyPr>
              <a:lstStyle/>
              <a:p>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𝑡</m:t>
                        </m:r>
                      </m:sub>
                    </m:sSub>
                  </m:oMath>
                </a14:m>
                <a:r>
                  <a:rPr lang="en-US" sz="1600" dirty="0"/>
                  <a:t> - observed value at time </a:t>
                </a:r>
                <a14:m>
                  <m:oMath xmlns:m="http://schemas.openxmlformats.org/officeDocument/2006/math">
                    <m:r>
                      <a:rPr lang="en-US" sz="1600" b="0" i="1" smtClean="0">
                        <a:latin typeface="Cambria Math" panose="02040503050406030204" pitchFamily="18" charset="0"/>
                      </a:rPr>
                      <m:t>𝑡</m:t>
                    </m:r>
                  </m:oMath>
                </a14:m>
                <a:endParaRPr lang="en-US" sz="1600" dirty="0"/>
              </a:p>
              <a:p>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𝑡</m:t>
                        </m:r>
                      </m:sub>
                    </m:sSub>
                  </m:oMath>
                </a14:m>
                <a:r>
                  <a:rPr lang="en-US" sz="1600" dirty="0"/>
                  <a:t> - predicted value at time </a:t>
                </a:r>
                <a14:m>
                  <m:oMath xmlns:m="http://schemas.openxmlformats.org/officeDocument/2006/math">
                    <m:r>
                      <a:rPr lang="en-US" sz="1600" b="0" i="1" smtClean="0">
                        <a:latin typeface="Cambria Math" panose="02040503050406030204" pitchFamily="18" charset="0"/>
                      </a:rPr>
                      <m:t>𝑡</m:t>
                    </m:r>
                  </m:oMath>
                </a14:m>
                <a:endParaRPr lang="en-US" sz="1600" b="0" dirty="0"/>
              </a:p>
              <a:p>
                <a14:m>
                  <m:oMath xmlns:m="http://schemas.openxmlformats.org/officeDocument/2006/math">
                    <m:r>
                      <a:rPr lang="en-US" sz="1600" b="0" i="1" smtClean="0">
                        <a:latin typeface="Cambria Math" panose="02040503050406030204" pitchFamily="18" charset="0"/>
                      </a:rPr>
                      <m:t>𝑇</m:t>
                    </m:r>
                  </m:oMath>
                </a14:m>
                <a:r>
                  <a:rPr lang="en-US" sz="1600" dirty="0"/>
                  <a:t> – length of the observed time series</a:t>
                </a:r>
              </a:p>
              <a:p>
                <a14:m>
                  <m:oMath xmlns:m="http://schemas.openxmlformats.org/officeDocument/2006/math">
                    <m:r>
                      <a:rPr lang="en-US" sz="1600" b="0" i="1" smtClean="0">
                        <a:latin typeface="Cambria Math" panose="02040503050406030204" pitchFamily="18" charset="0"/>
                      </a:rPr>
                      <m:t>𝐻</m:t>
                    </m:r>
                  </m:oMath>
                </a14:m>
                <a:r>
                  <a:rPr lang="en-US" sz="1600" dirty="0"/>
                  <a:t> – length of the forecast horizon</a:t>
                </a:r>
              </a:p>
              <a:p>
                <a14:m>
                  <m:oMath xmlns:m="http://schemas.openxmlformats.org/officeDocument/2006/math">
                    <m:r>
                      <a:rPr lang="en-US" sz="1600" b="0" i="1" smtClean="0">
                        <a:latin typeface="Cambria Math" panose="02040503050406030204" pitchFamily="18" charset="0"/>
                      </a:rPr>
                      <m:t>𝑚</m:t>
                    </m:r>
                  </m:oMath>
                </a14:m>
                <a:r>
                  <a:rPr lang="en-US" sz="1600" dirty="0"/>
                  <a:t> – seasonal period</a:t>
                </a:r>
              </a:p>
              <a:p>
                <a14:m>
                  <m:oMath xmlns:m="http://schemas.openxmlformats.org/officeDocument/2006/math">
                    <m:r>
                      <a:rPr lang="en-US" sz="1600" b="0" i="1" smtClean="0">
                        <a:latin typeface="Cambria Math" panose="02040503050406030204" pitchFamily="18" charset="0"/>
                      </a:rPr>
                      <m:t>𝑎</m:t>
                    </m:r>
                  </m:oMath>
                </a14:m>
                <a:r>
                  <a:rPr lang="en-US" sz="1600" dirty="0"/>
                  <a:t> – historic absolute seasonal error of period m</a:t>
                </a:r>
              </a:p>
            </p:txBody>
          </p:sp>
        </mc:Choice>
        <mc:Fallback>
          <p:sp>
            <p:nvSpPr>
              <p:cNvPr id="9" name="TextBox 8">
                <a:extLst>
                  <a:ext uri="{FF2B5EF4-FFF2-40B4-BE49-F238E27FC236}">
                    <a16:creationId xmlns:a16="http://schemas.microsoft.com/office/drawing/2014/main" id="{A1EFC8DF-7839-C0B0-A97F-EA18E7EE34FA}"/>
                  </a:ext>
                </a:extLst>
              </p:cNvPr>
              <p:cNvSpPr txBox="1">
                <a:spLocks noRot="1" noChangeAspect="1" noMove="1" noResize="1" noEditPoints="1" noAdjustHandles="1" noChangeArrowheads="1" noChangeShapeType="1" noTextEdit="1"/>
              </p:cNvSpPr>
              <p:nvPr/>
            </p:nvSpPr>
            <p:spPr>
              <a:xfrm>
                <a:off x="6203950" y="4502937"/>
                <a:ext cx="4646187" cy="1569660"/>
              </a:xfrm>
              <a:prstGeom prst="rect">
                <a:avLst/>
              </a:prstGeom>
              <a:blipFill>
                <a:blip r:embed="rId4"/>
                <a:stretch>
                  <a:fillRect l="-131" t="-1167" b="-4280"/>
                </a:stretch>
              </a:blipFill>
            </p:spPr>
            <p:txBody>
              <a:bodyPr/>
              <a:lstStyle/>
              <a:p>
                <a:r>
                  <a:rPr lang="en-US">
                    <a:noFill/>
                  </a:rPr>
                  <a:t> </a:t>
                </a:r>
              </a:p>
            </p:txBody>
          </p:sp>
        </mc:Fallback>
      </mc:AlternateContent>
    </p:spTree>
    <p:extLst>
      <p:ext uri="{BB962C8B-B14F-4D97-AF65-F5344CB8AC3E}">
        <p14:creationId xmlns:p14="http://schemas.microsoft.com/office/powerpoint/2010/main" val="400429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402FAE-A0B8-2F14-49D4-190ADA318943}"/>
              </a:ext>
            </a:extLst>
          </p:cNvPr>
          <p:cNvSpPr>
            <a:spLocks noGrp="1"/>
          </p:cNvSpPr>
          <p:nvPr>
            <p:ph type="body" sz="quarter" idx="11"/>
          </p:nvPr>
        </p:nvSpPr>
        <p:spPr/>
        <p:txBody>
          <a:bodyPr/>
          <a:lstStyle/>
          <a:p>
            <a:r>
              <a:rPr lang="en-US" dirty="0"/>
              <a:t>Evaluating Time Series</a:t>
            </a:r>
          </a:p>
        </p:txBody>
      </p:sp>
      <p:sp>
        <p:nvSpPr>
          <p:cNvPr id="3" name="Text Placeholder 2">
            <a:extLst>
              <a:ext uri="{FF2B5EF4-FFF2-40B4-BE49-F238E27FC236}">
                <a16:creationId xmlns:a16="http://schemas.microsoft.com/office/drawing/2014/main" id="{790F0435-4AD7-667B-7DDC-920283165431}"/>
              </a:ext>
            </a:extLst>
          </p:cNvPr>
          <p:cNvSpPr>
            <a:spLocks noGrp="1"/>
          </p:cNvSpPr>
          <p:nvPr>
            <p:ph type="body" sz="quarter" idx="14"/>
          </p:nvPr>
        </p:nvSpPr>
        <p:spPr/>
        <p:txBody>
          <a:bodyPr/>
          <a:lstStyle/>
          <a:p>
            <a:endParaRPr lang="en-US"/>
          </a:p>
        </p:txBody>
      </p:sp>
      <p:sp>
        <p:nvSpPr>
          <p:cNvPr id="7" name="Rectangle 6">
            <a:extLst>
              <a:ext uri="{FF2B5EF4-FFF2-40B4-BE49-F238E27FC236}">
                <a16:creationId xmlns:a16="http://schemas.microsoft.com/office/drawing/2014/main" id="{6C3ADBE7-AB8A-E99E-F59D-152C1D81C543}"/>
              </a:ext>
            </a:extLst>
          </p:cNvPr>
          <p:cNvSpPr/>
          <p:nvPr/>
        </p:nvSpPr>
        <p:spPr>
          <a:xfrm>
            <a:off x="754743" y="2307771"/>
            <a:ext cx="4027714" cy="188686"/>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r>
              <a:rPr lang="en-US" dirty="0"/>
              <a:t>Training</a:t>
            </a:r>
          </a:p>
        </p:txBody>
      </p:sp>
      <p:sp>
        <p:nvSpPr>
          <p:cNvPr id="8" name="Rectangle 7">
            <a:extLst>
              <a:ext uri="{FF2B5EF4-FFF2-40B4-BE49-F238E27FC236}">
                <a16:creationId xmlns:a16="http://schemas.microsoft.com/office/drawing/2014/main" id="{75DE01B1-0153-A3AA-CCD1-166FA43A42C0}"/>
              </a:ext>
            </a:extLst>
          </p:cNvPr>
          <p:cNvSpPr/>
          <p:nvPr/>
        </p:nvSpPr>
        <p:spPr>
          <a:xfrm>
            <a:off x="4782457" y="2307771"/>
            <a:ext cx="1828800" cy="1886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Test</a:t>
            </a:r>
          </a:p>
        </p:txBody>
      </p:sp>
      <p:sp>
        <p:nvSpPr>
          <p:cNvPr id="9" name="TextBox 8">
            <a:extLst>
              <a:ext uri="{FF2B5EF4-FFF2-40B4-BE49-F238E27FC236}">
                <a16:creationId xmlns:a16="http://schemas.microsoft.com/office/drawing/2014/main" id="{10DF4421-1BB8-4455-D848-623995E9577E}"/>
              </a:ext>
            </a:extLst>
          </p:cNvPr>
          <p:cNvSpPr txBox="1"/>
          <p:nvPr/>
        </p:nvSpPr>
        <p:spPr>
          <a:xfrm>
            <a:off x="754743" y="1799772"/>
            <a:ext cx="1819729" cy="369332"/>
          </a:xfrm>
          <a:prstGeom prst="rect">
            <a:avLst/>
          </a:prstGeom>
          <a:noFill/>
        </p:spPr>
        <p:txBody>
          <a:bodyPr wrap="none" rtlCol="0">
            <a:spAutoFit/>
          </a:bodyPr>
          <a:lstStyle/>
          <a:p>
            <a:r>
              <a:rPr lang="en-US" b="1" dirty="0"/>
              <a:t>Hold out method</a:t>
            </a:r>
          </a:p>
        </p:txBody>
      </p:sp>
      <p:pic>
        <p:nvPicPr>
          <p:cNvPr id="13" name="Picture 12">
            <a:extLst>
              <a:ext uri="{FF2B5EF4-FFF2-40B4-BE49-F238E27FC236}">
                <a16:creationId xmlns:a16="http://schemas.microsoft.com/office/drawing/2014/main" id="{6CC6897A-CB28-BCDB-181F-D2CD6FA35B38}"/>
              </a:ext>
            </a:extLst>
          </p:cNvPr>
          <p:cNvPicPr>
            <a:picLocks noChangeAspect="1"/>
          </p:cNvPicPr>
          <p:nvPr/>
        </p:nvPicPr>
        <p:blipFill>
          <a:blip r:embed="rId2"/>
          <a:stretch>
            <a:fillRect/>
          </a:stretch>
        </p:blipFill>
        <p:spPr>
          <a:xfrm>
            <a:off x="6814457" y="1568451"/>
            <a:ext cx="3824514" cy="1667326"/>
          </a:xfrm>
          <a:prstGeom prst="rect">
            <a:avLst/>
          </a:prstGeom>
        </p:spPr>
      </p:pic>
      <p:sp>
        <p:nvSpPr>
          <p:cNvPr id="14" name="TextBox 13">
            <a:extLst>
              <a:ext uri="{FF2B5EF4-FFF2-40B4-BE49-F238E27FC236}">
                <a16:creationId xmlns:a16="http://schemas.microsoft.com/office/drawing/2014/main" id="{7D13A03C-4BDC-8E8C-E8FF-C5DD237970AC}"/>
              </a:ext>
            </a:extLst>
          </p:cNvPr>
          <p:cNvSpPr txBox="1"/>
          <p:nvPr/>
        </p:nvSpPr>
        <p:spPr>
          <a:xfrm>
            <a:off x="754741" y="3002086"/>
            <a:ext cx="2883193" cy="369332"/>
          </a:xfrm>
          <a:prstGeom prst="rect">
            <a:avLst/>
          </a:prstGeom>
          <a:noFill/>
        </p:spPr>
        <p:txBody>
          <a:bodyPr wrap="square" rtlCol="0">
            <a:spAutoFit/>
          </a:bodyPr>
          <a:lstStyle/>
          <a:p>
            <a:r>
              <a:rPr lang="en-US" b="1" dirty="0"/>
              <a:t>Repeated hold out method</a:t>
            </a:r>
          </a:p>
        </p:txBody>
      </p:sp>
      <p:sp>
        <p:nvSpPr>
          <p:cNvPr id="15" name="Rectangle 14">
            <a:extLst>
              <a:ext uri="{FF2B5EF4-FFF2-40B4-BE49-F238E27FC236}">
                <a16:creationId xmlns:a16="http://schemas.microsoft.com/office/drawing/2014/main" id="{94576312-525C-2716-A715-5A5C53DB0319}"/>
              </a:ext>
            </a:extLst>
          </p:cNvPr>
          <p:cNvSpPr/>
          <p:nvPr/>
        </p:nvSpPr>
        <p:spPr>
          <a:xfrm>
            <a:off x="744996" y="4500573"/>
            <a:ext cx="4027714" cy="188686"/>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r>
              <a:rPr lang="en-US" dirty="0"/>
              <a:t>Training</a:t>
            </a:r>
          </a:p>
        </p:txBody>
      </p:sp>
      <p:sp>
        <p:nvSpPr>
          <p:cNvPr id="16" name="Rectangle 15">
            <a:extLst>
              <a:ext uri="{FF2B5EF4-FFF2-40B4-BE49-F238E27FC236}">
                <a16:creationId xmlns:a16="http://schemas.microsoft.com/office/drawing/2014/main" id="{26D4E7A6-135C-6462-3892-D7C97DB55D20}"/>
              </a:ext>
            </a:extLst>
          </p:cNvPr>
          <p:cNvSpPr/>
          <p:nvPr/>
        </p:nvSpPr>
        <p:spPr>
          <a:xfrm>
            <a:off x="4083282" y="4500573"/>
            <a:ext cx="1828800" cy="1886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Test</a:t>
            </a:r>
          </a:p>
        </p:txBody>
      </p:sp>
      <p:sp>
        <p:nvSpPr>
          <p:cNvPr id="19" name="Rectangle 18">
            <a:extLst>
              <a:ext uri="{FF2B5EF4-FFF2-40B4-BE49-F238E27FC236}">
                <a16:creationId xmlns:a16="http://schemas.microsoft.com/office/drawing/2014/main" id="{46538584-8B0E-A1EE-B576-129E8C8ECE64}"/>
              </a:ext>
            </a:extLst>
          </p:cNvPr>
          <p:cNvSpPr/>
          <p:nvPr/>
        </p:nvSpPr>
        <p:spPr>
          <a:xfrm>
            <a:off x="754743" y="4026914"/>
            <a:ext cx="4027714" cy="188686"/>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r>
              <a:rPr lang="en-US" dirty="0"/>
              <a:t>Training</a:t>
            </a:r>
          </a:p>
        </p:txBody>
      </p:sp>
      <p:sp>
        <p:nvSpPr>
          <p:cNvPr id="20" name="Rectangle 19">
            <a:extLst>
              <a:ext uri="{FF2B5EF4-FFF2-40B4-BE49-F238E27FC236}">
                <a16:creationId xmlns:a16="http://schemas.microsoft.com/office/drawing/2014/main" id="{DD1064E7-F230-85DB-A58F-385FDB7EAD27}"/>
              </a:ext>
            </a:extLst>
          </p:cNvPr>
          <p:cNvSpPr/>
          <p:nvPr/>
        </p:nvSpPr>
        <p:spPr>
          <a:xfrm>
            <a:off x="4782457" y="4026914"/>
            <a:ext cx="1828800" cy="1886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Test</a:t>
            </a:r>
          </a:p>
        </p:txBody>
      </p:sp>
      <p:sp>
        <p:nvSpPr>
          <p:cNvPr id="21" name="Rectangle 20">
            <a:extLst>
              <a:ext uri="{FF2B5EF4-FFF2-40B4-BE49-F238E27FC236}">
                <a16:creationId xmlns:a16="http://schemas.microsoft.com/office/drawing/2014/main" id="{A9E498D0-46D1-E047-0D6C-F58FDC2A0EDB}"/>
              </a:ext>
            </a:extLst>
          </p:cNvPr>
          <p:cNvSpPr/>
          <p:nvPr/>
        </p:nvSpPr>
        <p:spPr>
          <a:xfrm>
            <a:off x="754743" y="4989206"/>
            <a:ext cx="4027714" cy="188686"/>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r>
              <a:rPr lang="en-US" dirty="0"/>
              <a:t>Training</a:t>
            </a:r>
          </a:p>
        </p:txBody>
      </p:sp>
      <p:sp>
        <p:nvSpPr>
          <p:cNvPr id="22" name="Rectangle 21">
            <a:extLst>
              <a:ext uri="{FF2B5EF4-FFF2-40B4-BE49-F238E27FC236}">
                <a16:creationId xmlns:a16="http://schemas.microsoft.com/office/drawing/2014/main" id="{B0114717-DEC8-01A5-AFB7-4C716CB82E07}"/>
              </a:ext>
            </a:extLst>
          </p:cNvPr>
          <p:cNvSpPr/>
          <p:nvPr/>
        </p:nvSpPr>
        <p:spPr>
          <a:xfrm>
            <a:off x="4267201" y="4989206"/>
            <a:ext cx="1828800" cy="1886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Test</a:t>
            </a:r>
          </a:p>
        </p:txBody>
      </p:sp>
      <p:sp>
        <p:nvSpPr>
          <p:cNvPr id="23" name="Rectangle 22">
            <a:extLst>
              <a:ext uri="{FF2B5EF4-FFF2-40B4-BE49-F238E27FC236}">
                <a16:creationId xmlns:a16="http://schemas.microsoft.com/office/drawing/2014/main" id="{944BD09C-DF14-A41D-A99F-FA8C1CF74283}"/>
              </a:ext>
            </a:extLst>
          </p:cNvPr>
          <p:cNvSpPr/>
          <p:nvPr/>
        </p:nvSpPr>
        <p:spPr>
          <a:xfrm>
            <a:off x="5912082" y="4500573"/>
            <a:ext cx="699175" cy="18891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4DA5022-4BC3-AFCE-0F53-12E5E0658A0E}"/>
              </a:ext>
            </a:extLst>
          </p:cNvPr>
          <p:cNvSpPr/>
          <p:nvPr/>
        </p:nvSpPr>
        <p:spPr>
          <a:xfrm>
            <a:off x="6096002" y="4989206"/>
            <a:ext cx="515256" cy="18891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BB0D1F3-26E1-9EAE-6C0D-AF69951C29BB}"/>
              </a:ext>
            </a:extLst>
          </p:cNvPr>
          <p:cNvSpPr/>
          <p:nvPr/>
        </p:nvSpPr>
        <p:spPr>
          <a:xfrm>
            <a:off x="824825" y="5551756"/>
            <a:ext cx="699175" cy="188916"/>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en-US" dirty="0"/>
              <a:t>…</a:t>
            </a:r>
          </a:p>
        </p:txBody>
      </p:sp>
      <p:pic>
        <p:nvPicPr>
          <p:cNvPr id="32" name="Picture 31">
            <a:extLst>
              <a:ext uri="{FF2B5EF4-FFF2-40B4-BE49-F238E27FC236}">
                <a16:creationId xmlns:a16="http://schemas.microsoft.com/office/drawing/2014/main" id="{69A34ECE-AA37-9C7A-2AFE-65BE3E0B0632}"/>
              </a:ext>
            </a:extLst>
          </p:cNvPr>
          <p:cNvPicPr>
            <a:picLocks noChangeAspect="1"/>
          </p:cNvPicPr>
          <p:nvPr/>
        </p:nvPicPr>
        <p:blipFill>
          <a:blip r:embed="rId3"/>
          <a:stretch>
            <a:fillRect/>
          </a:stretch>
        </p:blipFill>
        <p:spPr>
          <a:xfrm>
            <a:off x="6904323" y="3235777"/>
            <a:ext cx="3744394" cy="1592279"/>
          </a:xfrm>
          <a:prstGeom prst="rect">
            <a:avLst/>
          </a:prstGeom>
        </p:spPr>
      </p:pic>
      <p:pic>
        <p:nvPicPr>
          <p:cNvPr id="34" name="Picture 33">
            <a:extLst>
              <a:ext uri="{FF2B5EF4-FFF2-40B4-BE49-F238E27FC236}">
                <a16:creationId xmlns:a16="http://schemas.microsoft.com/office/drawing/2014/main" id="{88EEFF37-DCCB-64AF-66AC-B0F28A5A456E}"/>
              </a:ext>
            </a:extLst>
          </p:cNvPr>
          <p:cNvPicPr>
            <a:picLocks noChangeAspect="1"/>
          </p:cNvPicPr>
          <p:nvPr/>
        </p:nvPicPr>
        <p:blipFill>
          <a:blip r:embed="rId4"/>
          <a:stretch>
            <a:fillRect/>
          </a:stretch>
        </p:blipFill>
        <p:spPr>
          <a:xfrm>
            <a:off x="6988837" y="4946829"/>
            <a:ext cx="3650134" cy="1587687"/>
          </a:xfrm>
          <a:prstGeom prst="rect">
            <a:avLst/>
          </a:prstGeom>
        </p:spPr>
      </p:pic>
      <p:sp>
        <p:nvSpPr>
          <p:cNvPr id="35" name="TextBox 34">
            <a:extLst>
              <a:ext uri="{FF2B5EF4-FFF2-40B4-BE49-F238E27FC236}">
                <a16:creationId xmlns:a16="http://schemas.microsoft.com/office/drawing/2014/main" id="{51B3E381-F941-F04E-E656-A94F03722374}"/>
              </a:ext>
            </a:extLst>
          </p:cNvPr>
          <p:cNvSpPr txBox="1"/>
          <p:nvPr/>
        </p:nvSpPr>
        <p:spPr>
          <a:xfrm>
            <a:off x="641644" y="3429000"/>
            <a:ext cx="3627916" cy="369332"/>
          </a:xfrm>
          <a:prstGeom prst="rect">
            <a:avLst/>
          </a:prstGeom>
          <a:noFill/>
        </p:spPr>
        <p:txBody>
          <a:bodyPr wrap="none" rtlCol="0">
            <a:spAutoFit/>
          </a:bodyPr>
          <a:lstStyle/>
          <a:p>
            <a:r>
              <a:rPr lang="en-US" i="1" dirty="0"/>
              <a:t>The dataset is split at random point</a:t>
            </a:r>
          </a:p>
        </p:txBody>
      </p:sp>
    </p:spTree>
    <p:extLst>
      <p:ext uri="{BB962C8B-B14F-4D97-AF65-F5344CB8AC3E}">
        <p14:creationId xmlns:p14="http://schemas.microsoft.com/office/powerpoint/2010/main" val="3378409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682302-5B3D-FB26-37F7-1FFF607FBDE7}"/>
              </a:ext>
            </a:extLst>
          </p:cNvPr>
          <p:cNvSpPr>
            <a:spLocks noGrp="1"/>
          </p:cNvSpPr>
          <p:nvPr>
            <p:ph type="body" sz="quarter" idx="11"/>
          </p:nvPr>
        </p:nvSpPr>
        <p:spPr/>
        <p:txBody>
          <a:bodyPr/>
          <a:lstStyle/>
          <a:p>
            <a:r>
              <a:rPr lang="en-US" dirty="0"/>
              <a:t>Evaluating Time Series. Cross Validation</a:t>
            </a:r>
          </a:p>
        </p:txBody>
      </p:sp>
      <p:sp>
        <p:nvSpPr>
          <p:cNvPr id="3" name="Text Placeholder 2">
            <a:extLst>
              <a:ext uri="{FF2B5EF4-FFF2-40B4-BE49-F238E27FC236}">
                <a16:creationId xmlns:a16="http://schemas.microsoft.com/office/drawing/2014/main" id="{D65AC7C2-38B4-BB74-2E21-F4419EF9F880}"/>
              </a:ext>
            </a:extLst>
          </p:cNvPr>
          <p:cNvSpPr>
            <a:spLocks noGrp="1"/>
          </p:cNvSpPr>
          <p:nvPr>
            <p:ph type="body" sz="quarter" idx="14"/>
          </p:nvPr>
        </p:nvSpPr>
        <p:spPr/>
        <p:txBody>
          <a:bodyPr/>
          <a:lstStyle/>
          <a:p>
            <a:endParaRPr lang="en-US"/>
          </a:p>
        </p:txBody>
      </p:sp>
      <p:grpSp>
        <p:nvGrpSpPr>
          <p:cNvPr id="19" name="Group 18">
            <a:extLst>
              <a:ext uri="{FF2B5EF4-FFF2-40B4-BE49-F238E27FC236}">
                <a16:creationId xmlns:a16="http://schemas.microsoft.com/office/drawing/2014/main" id="{F29DD9FF-0340-2A7C-E210-BFADA3E67A65}"/>
              </a:ext>
            </a:extLst>
          </p:cNvPr>
          <p:cNvGrpSpPr/>
          <p:nvPr/>
        </p:nvGrpSpPr>
        <p:grpSpPr>
          <a:xfrm>
            <a:off x="754743" y="2278743"/>
            <a:ext cx="2743200" cy="1576614"/>
            <a:chOff x="754742" y="2278743"/>
            <a:chExt cx="4693533" cy="1576614"/>
          </a:xfrm>
        </p:grpSpPr>
        <p:sp>
          <p:nvSpPr>
            <p:cNvPr id="6" name="Rectangle 5">
              <a:extLst>
                <a:ext uri="{FF2B5EF4-FFF2-40B4-BE49-F238E27FC236}">
                  <a16:creationId xmlns:a16="http://schemas.microsoft.com/office/drawing/2014/main" id="{77D3C22C-4AA2-D68A-17B7-CC56605F3155}"/>
                </a:ext>
              </a:extLst>
            </p:cNvPr>
            <p:cNvSpPr/>
            <p:nvPr/>
          </p:nvSpPr>
          <p:spPr>
            <a:xfrm>
              <a:off x="754743" y="227874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429CC94-C16A-7F04-0118-A475046470CF}"/>
                </a:ext>
              </a:extLst>
            </p:cNvPr>
            <p:cNvSpPr/>
            <p:nvPr/>
          </p:nvSpPr>
          <p:spPr>
            <a:xfrm>
              <a:off x="1928126" y="2278743"/>
              <a:ext cx="1173383"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49CE01C-CDBA-D059-003D-A1C7405DD075}"/>
                </a:ext>
              </a:extLst>
            </p:cNvPr>
            <p:cNvSpPr/>
            <p:nvPr/>
          </p:nvSpPr>
          <p:spPr>
            <a:xfrm>
              <a:off x="3101509" y="2278743"/>
              <a:ext cx="1173383"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0041FF74-63EC-AEF4-E8B7-C0DBDC59A9FE}"/>
                </a:ext>
              </a:extLst>
            </p:cNvPr>
            <p:cNvSpPr/>
            <p:nvPr/>
          </p:nvSpPr>
          <p:spPr>
            <a:xfrm>
              <a:off x="4274892" y="2278743"/>
              <a:ext cx="1173383"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9230EA5-C8EB-3D3D-1BFA-AA493E6A250F}"/>
                </a:ext>
              </a:extLst>
            </p:cNvPr>
            <p:cNvSpPr/>
            <p:nvPr/>
          </p:nvSpPr>
          <p:spPr>
            <a:xfrm>
              <a:off x="1928126" y="295819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4C2E634-8E58-FB85-397C-BF5E5519FDEF}"/>
                </a:ext>
              </a:extLst>
            </p:cNvPr>
            <p:cNvSpPr/>
            <p:nvPr/>
          </p:nvSpPr>
          <p:spPr>
            <a:xfrm>
              <a:off x="3101509" y="2958193"/>
              <a:ext cx="1173383"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51346C3-AC36-C642-90BE-0F777FBD5515}"/>
                </a:ext>
              </a:extLst>
            </p:cNvPr>
            <p:cNvSpPr/>
            <p:nvPr/>
          </p:nvSpPr>
          <p:spPr>
            <a:xfrm>
              <a:off x="4274892" y="2958193"/>
              <a:ext cx="1173383"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38E634C-4CBC-61A8-972B-026746446596}"/>
                </a:ext>
              </a:extLst>
            </p:cNvPr>
            <p:cNvSpPr/>
            <p:nvPr/>
          </p:nvSpPr>
          <p:spPr>
            <a:xfrm>
              <a:off x="754742" y="295819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317B742-A4C6-2FA4-47D1-4AECC4CAC7EF}"/>
                </a:ext>
              </a:extLst>
            </p:cNvPr>
            <p:cNvSpPr/>
            <p:nvPr/>
          </p:nvSpPr>
          <p:spPr>
            <a:xfrm>
              <a:off x="1928126" y="363764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7B4DCB1-0E7B-FF47-0788-2AEDEEC5440D}"/>
                </a:ext>
              </a:extLst>
            </p:cNvPr>
            <p:cNvSpPr/>
            <p:nvPr/>
          </p:nvSpPr>
          <p:spPr>
            <a:xfrm>
              <a:off x="4274891" y="3637643"/>
              <a:ext cx="1173383"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868F011-6E87-B22C-7992-C825F6D15706}"/>
                </a:ext>
              </a:extLst>
            </p:cNvPr>
            <p:cNvSpPr/>
            <p:nvPr/>
          </p:nvSpPr>
          <p:spPr>
            <a:xfrm>
              <a:off x="754742" y="363764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353547E-4959-8878-AF31-0BF20CCE117A}"/>
                </a:ext>
              </a:extLst>
            </p:cNvPr>
            <p:cNvSpPr/>
            <p:nvPr/>
          </p:nvSpPr>
          <p:spPr>
            <a:xfrm>
              <a:off x="3101507" y="3637643"/>
              <a:ext cx="1173383"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grpSp>
      <p:sp>
        <p:nvSpPr>
          <p:cNvPr id="20" name="TextBox 19">
            <a:extLst>
              <a:ext uri="{FF2B5EF4-FFF2-40B4-BE49-F238E27FC236}">
                <a16:creationId xmlns:a16="http://schemas.microsoft.com/office/drawing/2014/main" id="{060E04D6-867E-A90B-711D-7CF52A872ABA}"/>
              </a:ext>
            </a:extLst>
          </p:cNvPr>
          <p:cNvSpPr txBox="1"/>
          <p:nvPr/>
        </p:nvSpPr>
        <p:spPr>
          <a:xfrm>
            <a:off x="684671" y="4439437"/>
            <a:ext cx="3030079" cy="1107996"/>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Observations are first used to test the model, and then to train it.</a:t>
            </a:r>
          </a:p>
          <a:p>
            <a:endParaRPr lang="en-US" sz="1600" dirty="0">
              <a:latin typeface="Arial" panose="020B0604020202020204" pitchFamily="34" charset="0"/>
              <a:cs typeface="Arial" panose="020B0604020202020204" pitchFamily="34" charset="0"/>
            </a:endParaRPr>
          </a:p>
        </p:txBody>
      </p:sp>
      <p:grpSp>
        <p:nvGrpSpPr>
          <p:cNvPr id="37" name="Group 36">
            <a:extLst>
              <a:ext uri="{FF2B5EF4-FFF2-40B4-BE49-F238E27FC236}">
                <a16:creationId xmlns:a16="http://schemas.microsoft.com/office/drawing/2014/main" id="{0DA51D0A-9869-F863-733B-6CA9FD9DCBE1}"/>
              </a:ext>
            </a:extLst>
          </p:cNvPr>
          <p:cNvGrpSpPr/>
          <p:nvPr/>
        </p:nvGrpSpPr>
        <p:grpSpPr>
          <a:xfrm>
            <a:off x="4038266" y="2276052"/>
            <a:ext cx="2743200" cy="1579305"/>
            <a:chOff x="5968666" y="2278743"/>
            <a:chExt cx="3880760" cy="1579305"/>
          </a:xfrm>
        </p:grpSpPr>
        <p:sp>
          <p:nvSpPr>
            <p:cNvPr id="22" name="Rectangle 21">
              <a:extLst>
                <a:ext uri="{FF2B5EF4-FFF2-40B4-BE49-F238E27FC236}">
                  <a16:creationId xmlns:a16="http://schemas.microsoft.com/office/drawing/2014/main" id="{831BCDD7-F59A-7587-E37A-D1D639BA32E9}"/>
                </a:ext>
              </a:extLst>
            </p:cNvPr>
            <p:cNvSpPr/>
            <p:nvPr/>
          </p:nvSpPr>
          <p:spPr>
            <a:xfrm>
              <a:off x="5968669" y="2278743"/>
              <a:ext cx="970189"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C28FB38-CC97-7F6A-5EC2-89145B4C9D1E}"/>
                </a:ext>
              </a:extLst>
            </p:cNvPr>
            <p:cNvSpPr/>
            <p:nvPr/>
          </p:nvSpPr>
          <p:spPr>
            <a:xfrm>
              <a:off x="6938858" y="2278743"/>
              <a:ext cx="970189"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03CB58B4-5C1E-4A5B-9F23-54D33D645E8F}"/>
                </a:ext>
              </a:extLst>
            </p:cNvPr>
            <p:cNvSpPr/>
            <p:nvPr/>
          </p:nvSpPr>
          <p:spPr>
            <a:xfrm>
              <a:off x="7909047" y="2278743"/>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A3382E0-E4BB-6A9C-0015-74D7EA16400C}"/>
                </a:ext>
              </a:extLst>
            </p:cNvPr>
            <p:cNvSpPr/>
            <p:nvPr/>
          </p:nvSpPr>
          <p:spPr>
            <a:xfrm>
              <a:off x="8879237" y="2278743"/>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121AFF5D-5CC2-37F5-8848-B03D94728921}"/>
                </a:ext>
              </a:extLst>
            </p:cNvPr>
            <p:cNvSpPr/>
            <p:nvPr/>
          </p:nvSpPr>
          <p:spPr>
            <a:xfrm>
              <a:off x="6938858" y="2958193"/>
              <a:ext cx="970189"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AA73A8E-C6D4-1E0B-C83E-97EC11E70072}"/>
                </a:ext>
              </a:extLst>
            </p:cNvPr>
            <p:cNvSpPr/>
            <p:nvPr/>
          </p:nvSpPr>
          <p:spPr>
            <a:xfrm>
              <a:off x="7909047" y="2958193"/>
              <a:ext cx="970189"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32DE2D1-0E4B-4A59-8F89-5136F2221010}"/>
                </a:ext>
              </a:extLst>
            </p:cNvPr>
            <p:cNvSpPr/>
            <p:nvPr/>
          </p:nvSpPr>
          <p:spPr>
            <a:xfrm>
              <a:off x="8879237" y="2958193"/>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0C8E9FC-85AE-C492-6EDF-C70F6A611FE6}"/>
                </a:ext>
              </a:extLst>
            </p:cNvPr>
            <p:cNvSpPr/>
            <p:nvPr/>
          </p:nvSpPr>
          <p:spPr>
            <a:xfrm>
              <a:off x="8879236" y="3637643"/>
              <a:ext cx="970189"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060B4BA-98F8-2CF0-A988-89AD08EF3FE0}"/>
                </a:ext>
              </a:extLst>
            </p:cNvPr>
            <p:cNvSpPr/>
            <p:nvPr/>
          </p:nvSpPr>
          <p:spPr>
            <a:xfrm>
              <a:off x="7909046" y="3637643"/>
              <a:ext cx="970189"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39216A2F-C524-8519-5663-1A4D9E534417}"/>
                </a:ext>
              </a:extLst>
            </p:cNvPr>
            <p:cNvSpPr/>
            <p:nvPr/>
          </p:nvSpPr>
          <p:spPr>
            <a:xfrm>
              <a:off x="5968668" y="2958193"/>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2C5EE06-E26A-4F7F-8184-0617A3C85880}"/>
                </a:ext>
              </a:extLst>
            </p:cNvPr>
            <p:cNvSpPr/>
            <p:nvPr/>
          </p:nvSpPr>
          <p:spPr>
            <a:xfrm>
              <a:off x="5968666" y="3640334"/>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18759F4-C620-996F-8285-8C9CABC67F53}"/>
                </a:ext>
              </a:extLst>
            </p:cNvPr>
            <p:cNvSpPr/>
            <p:nvPr/>
          </p:nvSpPr>
          <p:spPr>
            <a:xfrm>
              <a:off x="6938856" y="3640334"/>
              <a:ext cx="970189" cy="21771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grpSp>
      <p:sp>
        <p:nvSpPr>
          <p:cNvPr id="38" name="TextBox 37">
            <a:extLst>
              <a:ext uri="{FF2B5EF4-FFF2-40B4-BE49-F238E27FC236}">
                <a16:creationId xmlns:a16="http://schemas.microsoft.com/office/drawing/2014/main" id="{222E8A9A-56D6-46B6-3709-46E04EE751BC}"/>
              </a:ext>
            </a:extLst>
          </p:cNvPr>
          <p:cNvSpPr txBox="1"/>
          <p:nvPr/>
        </p:nvSpPr>
        <p:spPr>
          <a:xfrm>
            <a:off x="4038266" y="4436746"/>
            <a:ext cx="2743199" cy="135421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Suits for non-stationary environments where past historical data becomes irrelevant.</a:t>
            </a:r>
          </a:p>
          <a:p>
            <a:endParaRPr lang="en-US" sz="1600" dirty="0">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5AE3FE9E-3880-AC66-7EDF-178AD70341BA}"/>
              </a:ext>
            </a:extLst>
          </p:cNvPr>
          <p:cNvSpPr/>
          <p:nvPr/>
        </p:nvSpPr>
        <p:spPr>
          <a:xfrm>
            <a:off x="7430539" y="26253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592D79E8-1B01-9DBF-E4FE-539BF00429F3}"/>
              </a:ext>
            </a:extLst>
          </p:cNvPr>
          <p:cNvSpPr/>
          <p:nvPr/>
        </p:nvSpPr>
        <p:spPr>
          <a:xfrm>
            <a:off x="8116338" y="2625302"/>
            <a:ext cx="685800"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7DD0CB9B-03C1-EE35-CD88-7E3EE9AEE902}"/>
              </a:ext>
            </a:extLst>
          </p:cNvPr>
          <p:cNvSpPr/>
          <p:nvPr/>
        </p:nvSpPr>
        <p:spPr>
          <a:xfrm>
            <a:off x="8116338" y="330475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F15D8063-BF7A-DF55-6901-3C56FFAE4614}"/>
              </a:ext>
            </a:extLst>
          </p:cNvPr>
          <p:cNvSpPr/>
          <p:nvPr/>
        </p:nvSpPr>
        <p:spPr>
          <a:xfrm>
            <a:off x="8802138" y="3304752"/>
            <a:ext cx="685800"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DAC5717E-3026-5250-C73A-9788230ACE99}"/>
              </a:ext>
            </a:extLst>
          </p:cNvPr>
          <p:cNvSpPr/>
          <p:nvPr/>
        </p:nvSpPr>
        <p:spPr>
          <a:xfrm>
            <a:off x="7430538" y="330475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BD31B08F-2456-B1C0-CC9E-43735C8AC435}"/>
              </a:ext>
            </a:extLst>
          </p:cNvPr>
          <p:cNvSpPr/>
          <p:nvPr/>
        </p:nvSpPr>
        <p:spPr>
          <a:xfrm>
            <a:off x="8116338" y="39842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B07A1A76-8DB2-7157-6565-E76CCA0C83A1}"/>
              </a:ext>
            </a:extLst>
          </p:cNvPr>
          <p:cNvSpPr/>
          <p:nvPr/>
        </p:nvSpPr>
        <p:spPr>
          <a:xfrm>
            <a:off x="9487938" y="3984202"/>
            <a:ext cx="685800"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BDAAFA88-7713-3CA8-D049-D9CD639A37B5}"/>
              </a:ext>
            </a:extLst>
          </p:cNvPr>
          <p:cNvSpPr/>
          <p:nvPr/>
        </p:nvSpPr>
        <p:spPr>
          <a:xfrm>
            <a:off x="7430538" y="39842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371FB2D1-FFF1-BA0B-7E54-7D4768480036}"/>
              </a:ext>
            </a:extLst>
          </p:cNvPr>
          <p:cNvSpPr/>
          <p:nvPr/>
        </p:nvSpPr>
        <p:spPr>
          <a:xfrm>
            <a:off x="8802137" y="39842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473D0DDB-3A9E-5020-582F-2F9876D4FC8A}"/>
              </a:ext>
            </a:extLst>
          </p:cNvPr>
          <p:cNvSpPr txBox="1"/>
          <p:nvPr/>
        </p:nvSpPr>
        <p:spPr>
          <a:xfrm>
            <a:off x="7397192" y="4436746"/>
            <a:ext cx="3030079" cy="1107996"/>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order inside the block is maintained. The blocks are shuffled.</a:t>
            </a:r>
          </a:p>
          <a:p>
            <a:endParaRPr lang="en-US" sz="1600" dirty="0">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FD76A949-3F15-2EFA-87D9-040DCA605736}"/>
              </a:ext>
            </a:extLst>
          </p:cNvPr>
          <p:cNvSpPr/>
          <p:nvPr/>
        </p:nvSpPr>
        <p:spPr>
          <a:xfrm>
            <a:off x="9487937" y="26253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4432D647-B37F-28D3-9EC6-A64330C1C838}"/>
              </a:ext>
            </a:extLst>
          </p:cNvPr>
          <p:cNvSpPr/>
          <p:nvPr/>
        </p:nvSpPr>
        <p:spPr>
          <a:xfrm>
            <a:off x="8802137" y="262530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988740C9-D989-60B7-1D49-8C36B5A7908D}"/>
              </a:ext>
            </a:extLst>
          </p:cNvPr>
          <p:cNvSpPr/>
          <p:nvPr/>
        </p:nvSpPr>
        <p:spPr>
          <a:xfrm>
            <a:off x="9487937" y="330475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EA74F3EA-16D5-B32E-B5CF-554B22306E92}"/>
              </a:ext>
            </a:extLst>
          </p:cNvPr>
          <p:cNvSpPr/>
          <p:nvPr/>
        </p:nvSpPr>
        <p:spPr>
          <a:xfrm>
            <a:off x="8116337" y="1949662"/>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53B2CC75-DB4C-5945-D932-A0B3E99A2D5B}"/>
              </a:ext>
            </a:extLst>
          </p:cNvPr>
          <p:cNvSpPr/>
          <p:nvPr/>
        </p:nvSpPr>
        <p:spPr>
          <a:xfrm>
            <a:off x="7430537" y="1949662"/>
            <a:ext cx="685800" cy="21771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2CB5DB11-4107-2042-3AF0-A71D15FCF2A4}"/>
              </a:ext>
            </a:extLst>
          </p:cNvPr>
          <p:cNvSpPr/>
          <p:nvPr/>
        </p:nvSpPr>
        <p:spPr>
          <a:xfrm>
            <a:off x="9487937" y="1949904"/>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87DA1C5B-6A1F-39A9-94D0-EB2CDCB5063A}"/>
              </a:ext>
            </a:extLst>
          </p:cNvPr>
          <p:cNvSpPr/>
          <p:nvPr/>
        </p:nvSpPr>
        <p:spPr>
          <a:xfrm>
            <a:off x="8802137" y="1949904"/>
            <a:ext cx="685800" cy="217714"/>
          </a:xfrm>
          <a:prstGeom prst="rect">
            <a:avLst/>
          </a:prstGeom>
        </p:spPr>
        <p:style>
          <a:lnRef idx="2">
            <a:schemeClr val="accent1">
              <a:shade val="15000"/>
            </a:schemeClr>
          </a:lnRef>
          <a:fillRef idx="1002">
            <a:schemeClr val="dk2"/>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8229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53C8A-E764-887D-EEDA-77448415DB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BC89951-AE1A-AE9A-10C1-239865937393}"/>
              </a:ext>
            </a:extLst>
          </p:cNvPr>
          <p:cNvSpPr>
            <a:spLocks noGrp="1"/>
          </p:cNvSpPr>
          <p:nvPr>
            <p:ph type="body" sz="quarter" idx="11"/>
          </p:nvPr>
        </p:nvSpPr>
        <p:spPr/>
        <p:txBody>
          <a:bodyPr/>
          <a:lstStyle/>
          <a:p>
            <a:r>
              <a:rPr lang="en-US" dirty="0"/>
              <a:t>Regressive Models</a:t>
            </a:r>
          </a:p>
        </p:txBody>
      </p:sp>
      <p:sp>
        <p:nvSpPr>
          <p:cNvPr id="3" name="Text Placeholder 2">
            <a:extLst>
              <a:ext uri="{FF2B5EF4-FFF2-40B4-BE49-F238E27FC236}">
                <a16:creationId xmlns:a16="http://schemas.microsoft.com/office/drawing/2014/main" id="{4A6DE410-7AD3-2EA5-5A32-736BFD46910D}"/>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1BD88490-36D5-C057-692F-0B54BA037988}"/>
              </a:ext>
            </a:extLst>
          </p:cNvPr>
          <p:cNvSpPr>
            <a:spLocks noGrp="1"/>
          </p:cNvSpPr>
          <p:nvPr>
            <p:ph type="body" sz="quarter" idx="15"/>
          </p:nvPr>
        </p:nvSpPr>
        <p:spPr>
          <a:xfrm>
            <a:off x="639930" y="2213264"/>
            <a:ext cx="9828212" cy="4022080"/>
          </a:xfrm>
        </p:spPr>
        <p:txBody>
          <a:bodyPr/>
          <a:lstStyle/>
          <a:p>
            <a:pPr marL="285750" indent="-285750">
              <a:spcBef>
                <a:spcPts val="1200"/>
              </a:spcBef>
              <a:buFont typeface="Arial" panose="020B0604020202020204" pitchFamily="34" charset="0"/>
              <a:buChar char="•"/>
            </a:pPr>
            <a:r>
              <a:rPr lang="en-US" sz="1800" dirty="0"/>
              <a:t>Autoregressive model (AR)</a:t>
            </a:r>
          </a:p>
          <a:p>
            <a:pPr marL="285750" indent="-285750">
              <a:spcBef>
                <a:spcPts val="1200"/>
              </a:spcBef>
              <a:buFont typeface="Arial" panose="020B0604020202020204" pitchFamily="34" charset="0"/>
              <a:buChar char="•"/>
            </a:pPr>
            <a:r>
              <a:rPr lang="en-US" sz="1800" dirty="0"/>
              <a:t>Moving average model (MA)</a:t>
            </a:r>
          </a:p>
          <a:p>
            <a:pPr marL="285750" indent="-285750">
              <a:spcBef>
                <a:spcPts val="1200"/>
              </a:spcBef>
              <a:buFont typeface="Arial" panose="020B0604020202020204" pitchFamily="34" charset="0"/>
              <a:buChar char="•"/>
            </a:pPr>
            <a:r>
              <a:rPr lang="en-US" sz="1800" dirty="0"/>
              <a:t>ARMA model </a:t>
            </a:r>
          </a:p>
          <a:p>
            <a:pPr marL="285750" indent="-285750">
              <a:spcBef>
                <a:spcPts val="1200"/>
              </a:spcBef>
              <a:buFont typeface="Arial" panose="020B0604020202020204" pitchFamily="34" charset="0"/>
              <a:buChar char="•"/>
            </a:pPr>
            <a:r>
              <a:rPr lang="en-US" sz="1800" dirty="0"/>
              <a:t>ARIMA (autoregressive integrated moving average) model</a:t>
            </a:r>
          </a:p>
          <a:p>
            <a:pPr marL="285750" indent="-285750">
              <a:spcBef>
                <a:spcPts val="1200"/>
              </a:spcBef>
              <a:buFont typeface="Arial" panose="020B0604020202020204" pitchFamily="34" charset="0"/>
              <a:buChar char="•"/>
            </a:pPr>
            <a:r>
              <a:rPr lang="en-US" sz="1800" dirty="0"/>
              <a:t>…</a:t>
            </a:r>
          </a:p>
        </p:txBody>
      </p:sp>
    </p:spTree>
    <p:extLst>
      <p:ext uri="{BB962C8B-B14F-4D97-AF65-F5344CB8AC3E}">
        <p14:creationId xmlns:p14="http://schemas.microsoft.com/office/powerpoint/2010/main" val="4224912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CBFDE7-20A4-96C4-F69F-1998E762BF91}"/>
              </a:ext>
            </a:extLst>
          </p:cNvPr>
          <p:cNvSpPr>
            <a:spLocks noGrp="1"/>
          </p:cNvSpPr>
          <p:nvPr>
            <p:ph type="body" sz="quarter" idx="11"/>
          </p:nvPr>
        </p:nvSpPr>
        <p:spPr/>
        <p:txBody>
          <a:bodyPr/>
          <a:lstStyle/>
          <a:p>
            <a:r>
              <a:rPr lang="en-US" dirty="0"/>
              <a:t>Regressive Models</a:t>
            </a:r>
          </a:p>
        </p:txBody>
      </p:sp>
      <p:sp>
        <p:nvSpPr>
          <p:cNvPr id="3" name="Text Placeholder 2">
            <a:extLst>
              <a:ext uri="{FF2B5EF4-FFF2-40B4-BE49-F238E27FC236}">
                <a16:creationId xmlns:a16="http://schemas.microsoft.com/office/drawing/2014/main" id="{4601FDF9-5FC6-3488-212E-94F3E72984AF}"/>
              </a:ext>
            </a:extLst>
          </p:cNvPr>
          <p:cNvSpPr>
            <a:spLocks noGrp="1"/>
          </p:cNvSpPr>
          <p:nvPr>
            <p:ph type="body" sz="quarter" idx="14"/>
          </p:nvPr>
        </p:nvSpPr>
        <p:spPr/>
        <p:txBody>
          <a:bodyPr/>
          <a:lstStyle/>
          <a:p>
            <a:endParaRPr lang="en-US"/>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38B65A81-6CD3-A4B5-4B9B-09DAD89D834C}"/>
                  </a:ext>
                </a:extLst>
              </p:cNvPr>
              <p:cNvSpPr>
                <a:spLocks noGrp="1"/>
              </p:cNvSpPr>
              <p:nvPr>
                <p:ph type="body" sz="quarter" idx="15"/>
              </p:nvPr>
            </p:nvSpPr>
            <p:spPr>
              <a:xfrm>
                <a:off x="639930" y="2213264"/>
                <a:ext cx="9828212" cy="1653886"/>
              </a:xfrm>
              <a:ln>
                <a:solidFill>
                  <a:schemeClr val="accent5">
                    <a:lumMod val="50000"/>
                  </a:schemeClr>
                </a:solidFill>
              </a:ln>
            </p:spPr>
            <p:txBody>
              <a:bodyPr/>
              <a:lstStyle/>
              <a:p>
                <a:r>
                  <a:rPr lang="en-US" b="1" dirty="0"/>
                  <a:t>Autoregressive model (AR) </a:t>
                </a:r>
                <a:r>
                  <a:rPr lang="en-US" dirty="0"/>
                  <a:t>– linear combination of past time series values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𝑝</m:t>
                          </m:r>
                        </m:sub>
                      </m:sSub>
                      <m:r>
                        <a:rPr lang="en-US" b="0" i="0" smtClean="0">
                          <a:latin typeface="Cambria Math" panose="02040503050406030204" pitchFamily="18" charset="0"/>
                        </a:rPr>
                        <m:t>+</m:t>
                      </m:r>
                      <m:r>
                        <a:rPr lang="en-US" b="0" i="1" smtClean="0">
                          <a:latin typeface="Cambria Math" panose="02040503050406030204" pitchFamily="18" charset="0"/>
                        </a:rPr>
                        <m:t>𝜀</m:t>
                      </m:r>
                    </m:oMath>
                  </m:oMathPara>
                </a14:m>
                <a:endParaRPr lang="en-US" dirty="0"/>
              </a:p>
              <a:p>
                <a14:m>
                  <m:oMath xmlns:m="http://schemas.openxmlformats.org/officeDocument/2006/math">
                    <m:r>
                      <a:rPr lang="en-US" b="0" i="1" smtClean="0">
                        <a:latin typeface="Cambria Math" panose="02040503050406030204" pitchFamily="18" charset="0"/>
                      </a:rPr>
                      <m:t>𝜀</m:t>
                    </m:r>
                  </m:oMath>
                </a14:m>
                <a:r>
                  <a:rPr lang="en-US" dirty="0"/>
                  <a:t> – white noise with zero mean and constant variance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𝜀</m:t>
                        </m:r>
                      </m:sub>
                      <m:sup>
                        <m:r>
                          <a:rPr lang="en-US" b="0" i="1" smtClean="0">
                            <a:latin typeface="Cambria Math" panose="02040503050406030204" pitchFamily="18" charset="0"/>
                          </a:rPr>
                          <m:t>2</m:t>
                        </m:r>
                      </m:sup>
                    </m:sSubSup>
                  </m:oMath>
                </a14:m>
                <a:endParaRPr lang="en-US" dirty="0"/>
              </a:p>
              <a:p>
                <a14:m>
                  <m:oMath xmlns:m="http://schemas.openxmlformats.org/officeDocument/2006/math">
                    <m:r>
                      <a:rPr lang="en-US" b="0" i="1" smtClean="0">
                        <a:latin typeface="Cambria Math" panose="02040503050406030204" pitchFamily="18" charset="0"/>
                      </a:rPr>
                      <m:t>𝑝</m:t>
                    </m:r>
                  </m:oMath>
                </a14:m>
                <a:r>
                  <a:rPr lang="en-US" dirty="0"/>
                  <a:t> – model order</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oMath>
                </a14:m>
                <a:r>
                  <a:rPr lang="en-US" dirty="0"/>
                  <a:t> - autoregression parameters (least squares, Yule-Walker equations)</a:t>
                </a:r>
              </a:p>
              <a:p>
                <a:endParaRPr lang="en-US" dirty="0"/>
              </a:p>
            </p:txBody>
          </p:sp>
        </mc:Choice>
        <mc:Fallback>
          <p:sp>
            <p:nvSpPr>
              <p:cNvPr id="4" name="Text Placeholder 3">
                <a:extLst>
                  <a:ext uri="{FF2B5EF4-FFF2-40B4-BE49-F238E27FC236}">
                    <a16:creationId xmlns:a16="http://schemas.microsoft.com/office/drawing/2014/main" id="{38B65A81-6CD3-A4B5-4B9B-09DAD89D834C}"/>
                  </a:ext>
                </a:extLst>
              </p:cNvPr>
              <p:cNvSpPr>
                <a:spLocks noGrp="1" noRot="1" noChangeAspect="1" noMove="1" noResize="1" noEditPoints="1" noAdjustHandles="1" noChangeArrowheads="1" noChangeShapeType="1" noTextEdit="1"/>
              </p:cNvSpPr>
              <p:nvPr>
                <p:ph type="body" sz="quarter" idx="15"/>
              </p:nvPr>
            </p:nvSpPr>
            <p:spPr>
              <a:xfrm>
                <a:off x="639930" y="2213264"/>
                <a:ext cx="9828212" cy="1653886"/>
              </a:xfrm>
              <a:blipFill>
                <a:blip r:embed="rId2"/>
                <a:stretch>
                  <a:fillRect l="-310" t="-366"/>
                </a:stretch>
              </a:blipFill>
              <a:ln>
                <a:solidFill>
                  <a:schemeClr val="accent5">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 Placeholder 3">
                <a:extLst>
                  <a:ext uri="{FF2B5EF4-FFF2-40B4-BE49-F238E27FC236}">
                    <a16:creationId xmlns:a16="http://schemas.microsoft.com/office/drawing/2014/main" id="{1071F349-5BD8-E6F0-BF2E-62F146B8C5A5}"/>
                  </a:ext>
                </a:extLst>
              </p:cNvPr>
              <p:cNvSpPr txBox="1">
                <a:spLocks/>
              </p:cNvSpPr>
              <p:nvPr/>
            </p:nvSpPr>
            <p:spPr>
              <a:xfrm>
                <a:off x="639930" y="4044764"/>
                <a:ext cx="9828212" cy="1987735"/>
              </a:xfrm>
              <a:prstGeom prst="rect">
                <a:avLst/>
              </a:prstGeom>
              <a:ln>
                <a:solidFill>
                  <a:schemeClr val="accent5">
                    <a:lumMod val="50000"/>
                  </a:schemeClr>
                </a:solidFill>
              </a:ln>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tx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Moving average model (MA) </a:t>
                </a:r>
                <a:r>
                  <a:rPr lang="en-US" dirty="0"/>
                  <a:t>– linear combination of past white noise</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𝑡</m:t>
                          </m:r>
                        </m:sub>
                      </m:sSub>
                      <m:r>
                        <a:rPr lang="en-US"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𝜃</m:t>
                          </m:r>
                        </m:e>
                        <m:sub>
                          <m:r>
                            <a:rPr lang="en-US"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i="1">
                              <a:latin typeface="Cambria Math" panose="02040503050406030204" pitchFamily="18" charset="0"/>
                            </a:rPr>
                            <m:t>𝜀</m:t>
                          </m:r>
                        </m:e>
                        <m:sub>
                          <m:r>
                            <a:rPr lang="en-US" i="1" smtClean="0">
                              <a:latin typeface="Cambria Math" panose="02040503050406030204" pitchFamily="18" charset="0"/>
                            </a:rPr>
                            <m:t>𝑡</m:t>
                          </m:r>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𝑞</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𝑞</m:t>
                          </m:r>
                        </m:sub>
                      </m:sSub>
                    </m:oMath>
                  </m:oMathPara>
                </a14:m>
                <a:endParaRPr lang="en-US" dirty="0"/>
              </a:p>
              <a:p>
                <a14:m>
                  <m:oMath xmlns:m="http://schemas.openxmlformats.org/officeDocument/2006/math">
                    <m:r>
                      <a:rPr lang="en-US" b="0" i="1" smtClean="0">
                        <a:latin typeface="Cambria Math" panose="02040503050406030204" pitchFamily="18" charset="0"/>
                      </a:rPr>
                      <m:t>𝜇</m:t>
                    </m:r>
                  </m:oMath>
                </a14:m>
                <a:r>
                  <a:rPr lang="en-US" dirty="0"/>
                  <a:t> – mean of the series</a:t>
                </a:r>
              </a:p>
              <a:p>
                <a14:m>
                  <m:oMath xmlns:m="http://schemas.openxmlformats.org/officeDocument/2006/math">
                    <m:r>
                      <a:rPr lang="en-US" b="0" i="1" smtClean="0">
                        <a:latin typeface="Cambria Math" panose="02040503050406030204" pitchFamily="18" charset="0"/>
                      </a:rPr>
                      <m:t>𝑞</m:t>
                    </m:r>
                  </m:oMath>
                </a14:m>
                <a:r>
                  <a:rPr lang="en-US" dirty="0"/>
                  <a:t> – model order</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𝜃</m:t>
                        </m:r>
                      </m:e>
                      <m:sub>
                        <m:r>
                          <a:rPr lang="en-US" i="1" smtClean="0">
                            <a:latin typeface="Cambria Math" panose="02040503050406030204" pitchFamily="18" charset="0"/>
                          </a:rPr>
                          <m:t>1</m:t>
                        </m:r>
                      </m:sub>
                    </m:sSub>
                    <m:r>
                      <a:rPr lang="en-US"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𝑞</m:t>
                        </m:r>
                      </m:sub>
                    </m:sSub>
                  </m:oMath>
                </a14:m>
                <a:r>
                  <a:rPr lang="en-US" dirty="0"/>
                  <a:t> – parameters (non-linear curve fitting)</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𝑞</m:t>
                        </m:r>
                      </m:sub>
                    </m:sSub>
                  </m:oMath>
                </a14:m>
                <a:r>
                  <a:rPr lang="en-US" dirty="0"/>
                  <a:t> – errors at previous steps</a:t>
                </a:r>
              </a:p>
            </p:txBody>
          </p:sp>
        </mc:Choice>
        <mc:Fallback>
          <p:sp>
            <p:nvSpPr>
              <p:cNvPr id="7" name="Text Placeholder 3">
                <a:extLst>
                  <a:ext uri="{FF2B5EF4-FFF2-40B4-BE49-F238E27FC236}">
                    <a16:creationId xmlns:a16="http://schemas.microsoft.com/office/drawing/2014/main" id="{1071F349-5BD8-E6F0-BF2E-62F146B8C5A5}"/>
                  </a:ext>
                </a:extLst>
              </p:cNvPr>
              <p:cNvSpPr txBox="1">
                <a:spLocks noRot="1" noChangeAspect="1" noMove="1" noResize="1" noEditPoints="1" noAdjustHandles="1" noChangeArrowheads="1" noChangeShapeType="1" noTextEdit="1"/>
              </p:cNvSpPr>
              <p:nvPr/>
            </p:nvSpPr>
            <p:spPr>
              <a:xfrm>
                <a:off x="639930" y="4044764"/>
                <a:ext cx="9828212" cy="1987735"/>
              </a:xfrm>
              <a:prstGeom prst="rect">
                <a:avLst/>
              </a:prstGeom>
              <a:blipFill>
                <a:blip r:embed="rId3"/>
                <a:stretch>
                  <a:fillRect l="-310" t="-305"/>
                </a:stretch>
              </a:blipFill>
              <a:ln>
                <a:solidFill>
                  <a:schemeClr val="accent5">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92162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1F13-B368-50F7-2AF4-92A1B26214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D8280CE-6706-5A4C-F3E5-600F56C53861}"/>
              </a:ext>
            </a:extLst>
          </p:cNvPr>
          <p:cNvSpPr>
            <a:spLocks noGrp="1"/>
          </p:cNvSpPr>
          <p:nvPr>
            <p:ph type="body" sz="quarter" idx="11"/>
          </p:nvPr>
        </p:nvSpPr>
        <p:spPr/>
        <p:txBody>
          <a:bodyPr/>
          <a:lstStyle/>
          <a:p>
            <a:r>
              <a:rPr lang="en-US" dirty="0"/>
              <a:t>Regressive Models</a:t>
            </a:r>
          </a:p>
        </p:txBody>
      </p:sp>
      <p:sp>
        <p:nvSpPr>
          <p:cNvPr id="3" name="Text Placeholder 2">
            <a:extLst>
              <a:ext uri="{FF2B5EF4-FFF2-40B4-BE49-F238E27FC236}">
                <a16:creationId xmlns:a16="http://schemas.microsoft.com/office/drawing/2014/main" id="{5FDB3DBB-A272-4DCC-8AFB-2D6010324AB0}"/>
              </a:ext>
            </a:extLst>
          </p:cNvPr>
          <p:cNvSpPr>
            <a:spLocks noGrp="1"/>
          </p:cNvSpPr>
          <p:nvPr>
            <p:ph type="body" sz="quarter" idx="14"/>
          </p:nvPr>
        </p:nvSpPr>
        <p:spPr/>
        <p:txBody>
          <a:bodyPr/>
          <a:lstStyle/>
          <a:p>
            <a:endParaRPr lang="en-US"/>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6F210BBB-F1DA-FAD6-44C2-013088731347}"/>
                  </a:ext>
                </a:extLst>
              </p:cNvPr>
              <p:cNvSpPr>
                <a:spLocks noGrp="1"/>
              </p:cNvSpPr>
              <p:nvPr>
                <p:ph type="body" sz="quarter" idx="15"/>
              </p:nvPr>
            </p:nvSpPr>
            <p:spPr>
              <a:xfrm>
                <a:off x="639930" y="2213264"/>
                <a:ext cx="9828212" cy="2727036"/>
              </a:xfrm>
              <a:ln>
                <a:solidFill>
                  <a:schemeClr val="accent5">
                    <a:lumMod val="50000"/>
                  </a:schemeClr>
                </a:solidFill>
              </a:ln>
            </p:spPr>
            <p:txBody>
              <a:bodyPr/>
              <a:lstStyle/>
              <a:p>
                <a:r>
                  <a:rPr lang="en-US" b="1" dirty="0"/>
                  <a:t>Autoregressive moving average model (ARMA) </a:t>
                </a:r>
                <a:r>
                  <a:rPr lang="en-US" dirty="0"/>
                  <a:t>– linear combination of past time series values and past white noise </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𝑞</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𝑞</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sub>
                      </m:sSub>
                    </m:oMath>
                  </m:oMathPara>
                </a14:m>
                <a:endParaRPr lang="en-US" dirty="0"/>
              </a:p>
              <a:p>
                <a:pPr/>
                <a:endParaRPr lang="en-US" dirty="0"/>
              </a:p>
              <a:p>
                <a14:m>
                  <m:oMath xmlns:m="http://schemas.openxmlformats.org/officeDocument/2006/math">
                    <m:r>
                      <a:rPr lang="en-US" b="0" i="1" smtClean="0">
                        <a:latin typeface="Cambria Math" panose="02040503050406030204" pitchFamily="18" charset="0"/>
                      </a:rPr>
                      <m:t>𝜀</m:t>
                    </m:r>
                  </m:oMath>
                </a14:m>
                <a:r>
                  <a:rPr lang="en-US" dirty="0"/>
                  <a:t> – white noise with zero mean and constant variance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𝜀</m:t>
                        </m:r>
                      </m:sub>
                      <m:sup>
                        <m:r>
                          <a:rPr lang="en-US" b="0" i="1" smtClean="0">
                            <a:latin typeface="Cambria Math" panose="02040503050406030204" pitchFamily="18" charset="0"/>
                          </a:rPr>
                          <m:t>2</m:t>
                        </m:r>
                      </m:sup>
                    </m:sSubSup>
                  </m:oMath>
                </a14:m>
                <a:endParaRPr lang="en-US" dirty="0"/>
              </a:p>
              <a:p>
                <a14:m>
                  <m:oMath xmlns:m="http://schemas.openxmlformats.org/officeDocument/2006/math">
                    <m:r>
                      <a:rPr lang="en-US" b="0" i="1" smtClean="0">
                        <a:latin typeface="Cambria Math" panose="02040503050406030204" pitchFamily="18" charset="0"/>
                      </a:rPr>
                      <m:t>𝑝</m:t>
                    </m:r>
                  </m:oMath>
                </a14:m>
                <a:r>
                  <a:rPr lang="en-US" dirty="0"/>
                  <a:t> – model order</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oMath>
                </a14:m>
                <a:r>
                  <a:rPr lang="en-US" dirty="0"/>
                  <a:t> - autoregression parameters </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𝜃</m:t>
                        </m:r>
                      </m:e>
                      <m:sub>
                        <m:r>
                          <a:rPr lang="en-US" i="1" smtClean="0">
                            <a:latin typeface="Cambria Math" panose="02040503050406030204" pitchFamily="18" charset="0"/>
                          </a:rPr>
                          <m:t>1</m:t>
                        </m:r>
                      </m:sub>
                    </m:sSub>
                    <m:r>
                      <a:rPr lang="en-US"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𝑞</m:t>
                        </m:r>
                      </m:sub>
                    </m:sSub>
                  </m:oMath>
                </a14:m>
                <a:r>
                  <a:rPr lang="en-US" dirty="0"/>
                  <a:t> – moving average model parameters </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𝑞</m:t>
                        </m:r>
                      </m:sub>
                    </m:sSub>
                  </m:oMath>
                </a14:m>
                <a:r>
                  <a:rPr lang="en-US" dirty="0"/>
                  <a:t> – errors </a:t>
                </a:r>
              </a:p>
              <a:p>
                <a:endParaRPr lang="en-US" dirty="0"/>
              </a:p>
              <a:p>
                <a:endParaRPr lang="en-US" dirty="0"/>
              </a:p>
            </p:txBody>
          </p:sp>
        </mc:Choice>
        <mc:Fallback>
          <p:sp>
            <p:nvSpPr>
              <p:cNvPr id="4" name="Text Placeholder 3">
                <a:extLst>
                  <a:ext uri="{FF2B5EF4-FFF2-40B4-BE49-F238E27FC236}">
                    <a16:creationId xmlns:a16="http://schemas.microsoft.com/office/drawing/2014/main" id="{6F210BBB-F1DA-FAD6-44C2-013088731347}"/>
                  </a:ext>
                </a:extLst>
              </p:cNvPr>
              <p:cNvSpPr>
                <a:spLocks noGrp="1" noRot="1" noChangeAspect="1" noMove="1" noResize="1" noEditPoints="1" noAdjustHandles="1" noChangeArrowheads="1" noChangeShapeType="1" noTextEdit="1"/>
              </p:cNvSpPr>
              <p:nvPr>
                <p:ph type="body" sz="quarter" idx="15"/>
              </p:nvPr>
            </p:nvSpPr>
            <p:spPr>
              <a:xfrm>
                <a:off x="639930" y="2213264"/>
                <a:ext cx="9828212" cy="2727036"/>
              </a:xfrm>
              <a:blipFill>
                <a:blip r:embed="rId2"/>
                <a:stretch>
                  <a:fillRect l="-310" t="-223" r="-372"/>
                </a:stretch>
              </a:blipFill>
              <a:ln>
                <a:solidFill>
                  <a:schemeClr val="accent5">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483596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4214E-A7BE-1435-CC7A-BD0CEE5CF5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78955B2-66E0-6E94-77EF-57FDE71A3059}"/>
              </a:ext>
            </a:extLst>
          </p:cNvPr>
          <p:cNvSpPr>
            <a:spLocks noGrp="1"/>
          </p:cNvSpPr>
          <p:nvPr>
            <p:ph type="body" sz="quarter" idx="11"/>
          </p:nvPr>
        </p:nvSpPr>
        <p:spPr/>
        <p:txBody>
          <a:bodyPr/>
          <a:lstStyle/>
          <a:p>
            <a:r>
              <a:rPr lang="en-US" dirty="0"/>
              <a:t>Regressive Models</a:t>
            </a:r>
          </a:p>
        </p:txBody>
      </p:sp>
      <p:sp>
        <p:nvSpPr>
          <p:cNvPr id="3" name="Text Placeholder 2">
            <a:extLst>
              <a:ext uri="{FF2B5EF4-FFF2-40B4-BE49-F238E27FC236}">
                <a16:creationId xmlns:a16="http://schemas.microsoft.com/office/drawing/2014/main" id="{C58A3B49-7974-C2BC-7AF1-BB0B72B2A1EA}"/>
              </a:ext>
            </a:extLst>
          </p:cNvPr>
          <p:cNvSpPr>
            <a:spLocks noGrp="1"/>
          </p:cNvSpPr>
          <p:nvPr>
            <p:ph type="body" sz="quarter" idx="14"/>
          </p:nvPr>
        </p:nvSpPr>
        <p:spPr/>
        <p:txBody>
          <a:bodyPr/>
          <a:lstStyle/>
          <a:p>
            <a:endParaRPr lang="en-US"/>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FC5EFB4F-109D-2703-2852-A521666DC8BE}"/>
                  </a:ext>
                </a:extLst>
              </p:cNvPr>
              <p:cNvSpPr>
                <a:spLocks noGrp="1"/>
              </p:cNvSpPr>
              <p:nvPr>
                <p:ph type="body" sz="quarter" idx="15"/>
              </p:nvPr>
            </p:nvSpPr>
            <p:spPr>
              <a:xfrm>
                <a:off x="639930" y="2213264"/>
                <a:ext cx="6364120" cy="3897484"/>
              </a:xfrm>
              <a:ln>
                <a:solidFill>
                  <a:schemeClr val="accent5">
                    <a:lumMod val="50000"/>
                  </a:schemeClr>
                </a:solidFill>
              </a:ln>
            </p:spPr>
            <p:txBody>
              <a:bodyPr/>
              <a:lstStyle/>
              <a:p>
                <a:r>
                  <a:rPr lang="en-US" b="1" dirty="0"/>
                  <a:t>Autoregressive integrated moving average model (ARIMA) </a:t>
                </a:r>
                <a:r>
                  <a:rPr lang="en-US" dirty="0"/>
                  <a:t>– linear combination of past time series values and past white noise as the data difference was calculated d times</a:t>
                </a:r>
              </a:p>
              <a:p>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𝑞</m:t>
                          </m:r>
                        </m:sub>
                      </m:sSub>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𝑞</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sub>
                      </m:sSub>
                    </m:oMath>
                  </m:oMathPara>
                </a14:m>
                <a:endParaRPr lang="en-US" dirty="0"/>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𝜀</m:t>
                    </m:r>
                  </m:oMath>
                </a14:m>
                <a:r>
                  <a:rPr lang="en-US" dirty="0"/>
                  <a:t> – white noise with zero mean and constant variance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𝜀</m:t>
                        </m:r>
                      </m:sub>
                      <m:sup>
                        <m:r>
                          <a:rPr lang="en-US" b="0" i="1" smtClean="0">
                            <a:latin typeface="Cambria Math" panose="02040503050406030204" pitchFamily="18" charset="0"/>
                          </a:rPr>
                          <m:t>2</m:t>
                        </m:r>
                      </m:sup>
                    </m:sSubSup>
                  </m:oMath>
                </a14:m>
                <a:endParaRPr lang="en-US" dirty="0"/>
              </a:p>
              <a:p>
                <a14:m>
                  <m:oMath xmlns:m="http://schemas.openxmlformats.org/officeDocument/2006/math">
                    <m:r>
                      <a:rPr lang="en-US" b="0" i="1" smtClean="0">
                        <a:latin typeface="Cambria Math" panose="02040503050406030204" pitchFamily="18" charset="0"/>
                      </a:rPr>
                      <m:t>𝑝</m:t>
                    </m:r>
                  </m:oMath>
                </a14:m>
                <a:r>
                  <a:rPr lang="en-US" dirty="0"/>
                  <a:t> – model order (autoregressive)</a:t>
                </a:r>
              </a:p>
              <a:p>
                <a14:m>
                  <m:oMath xmlns:m="http://schemas.openxmlformats.org/officeDocument/2006/math">
                    <m:r>
                      <a:rPr lang="en-US" b="0" i="1" smtClean="0">
                        <a:latin typeface="Cambria Math" panose="02040503050406030204" pitchFamily="18" charset="0"/>
                      </a:rPr>
                      <m:t>𝑞</m:t>
                    </m:r>
                  </m:oMath>
                </a14:m>
                <a:r>
                  <a:rPr lang="en-US" dirty="0"/>
                  <a:t> – model order (moving average)</a:t>
                </a:r>
              </a:p>
              <a:p>
                <a14:m>
                  <m:oMath xmlns:m="http://schemas.openxmlformats.org/officeDocument/2006/math">
                    <m:r>
                      <a:rPr lang="en-US" b="0" i="1" smtClean="0">
                        <a:latin typeface="Cambria Math" panose="02040503050406030204" pitchFamily="18" charset="0"/>
                      </a:rPr>
                      <m:t>𝑑</m:t>
                    </m:r>
                  </m:oMath>
                </a14:m>
                <a:r>
                  <a:rPr lang="en-US" dirty="0"/>
                  <a:t> – model order (of difference)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𝑝</m:t>
                        </m:r>
                      </m:sub>
                    </m:sSub>
                  </m:oMath>
                </a14:m>
                <a:r>
                  <a:rPr lang="en-US" dirty="0"/>
                  <a:t> - autoregression parameters </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𝜃</m:t>
                        </m:r>
                      </m:e>
                      <m:sub>
                        <m:r>
                          <a:rPr lang="en-US" i="1" smtClean="0">
                            <a:latin typeface="Cambria Math" panose="02040503050406030204" pitchFamily="18" charset="0"/>
                          </a:rPr>
                          <m:t>1</m:t>
                        </m:r>
                      </m:sub>
                    </m:sSub>
                    <m:r>
                      <a:rPr lang="en-US"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𝑞</m:t>
                        </m:r>
                      </m:sub>
                    </m:sSub>
                  </m:oMath>
                </a14:m>
                <a:r>
                  <a:rPr lang="en-US" dirty="0"/>
                  <a:t> – moving average model parameters </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𝑞</m:t>
                        </m:r>
                      </m:sub>
                    </m:sSub>
                  </m:oMath>
                </a14:m>
                <a:r>
                  <a:rPr lang="en-US" dirty="0"/>
                  <a:t> – errors </a:t>
                </a:r>
              </a:p>
              <a:p>
                <a:endParaRPr lang="en-US" dirty="0"/>
              </a:p>
              <a:p>
                <a:endParaRPr lang="en-US" dirty="0"/>
              </a:p>
            </p:txBody>
          </p:sp>
        </mc:Choice>
        <mc:Fallback>
          <p:sp>
            <p:nvSpPr>
              <p:cNvPr id="4" name="Text Placeholder 3">
                <a:extLst>
                  <a:ext uri="{FF2B5EF4-FFF2-40B4-BE49-F238E27FC236}">
                    <a16:creationId xmlns:a16="http://schemas.microsoft.com/office/drawing/2014/main" id="{FC5EFB4F-109D-2703-2852-A521666DC8BE}"/>
                  </a:ext>
                </a:extLst>
              </p:cNvPr>
              <p:cNvSpPr>
                <a:spLocks noGrp="1" noRot="1" noChangeAspect="1" noMove="1" noResize="1" noEditPoints="1" noAdjustHandles="1" noChangeArrowheads="1" noChangeShapeType="1" noTextEdit="1"/>
              </p:cNvSpPr>
              <p:nvPr>
                <p:ph type="body" sz="quarter" idx="15"/>
              </p:nvPr>
            </p:nvSpPr>
            <p:spPr>
              <a:xfrm>
                <a:off x="639930" y="2213264"/>
                <a:ext cx="6364120" cy="3897484"/>
              </a:xfrm>
              <a:blipFill>
                <a:blip r:embed="rId3"/>
                <a:stretch>
                  <a:fillRect l="-478" t="-156" r="-1243"/>
                </a:stretch>
              </a:blipFill>
              <a:ln>
                <a:solidFill>
                  <a:schemeClr val="accent5">
                    <a:lumMod val="50000"/>
                  </a:schemeClr>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4FA0A8B3-738E-4B83-1546-68E4905C3FE5}"/>
              </a:ext>
            </a:extLst>
          </p:cNvPr>
          <p:cNvPicPr>
            <a:picLocks noChangeAspect="1"/>
          </p:cNvPicPr>
          <p:nvPr/>
        </p:nvPicPr>
        <p:blipFill>
          <a:blip r:embed="rId4"/>
          <a:stretch>
            <a:fillRect/>
          </a:stretch>
        </p:blipFill>
        <p:spPr>
          <a:xfrm>
            <a:off x="7094194" y="1619250"/>
            <a:ext cx="3615111" cy="1600200"/>
          </a:xfrm>
          <a:prstGeom prst="rect">
            <a:avLst/>
          </a:prstGeom>
        </p:spPr>
      </p:pic>
      <p:pic>
        <p:nvPicPr>
          <p:cNvPr id="8" name="Picture 7">
            <a:extLst>
              <a:ext uri="{FF2B5EF4-FFF2-40B4-BE49-F238E27FC236}">
                <a16:creationId xmlns:a16="http://schemas.microsoft.com/office/drawing/2014/main" id="{EE80A560-1318-F684-BE75-0E2BEF330C0D}"/>
              </a:ext>
            </a:extLst>
          </p:cNvPr>
          <p:cNvPicPr>
            <a:picLocks noChangeAspect="1"/>
          </p:cNvPicPr>
          <p:nvPr/>
        </p:nvPicPr>
        <p:blipFill>
          <a:blip r:embed="rId5"/>
          <a:stretch>
            <a:fillRect/>
          </a:stretch>
        </p:blipFill>
        <p:spPr>
          <a:xfrm>
            <a:off x="7094194" y="3328249"/>
            <a:ext cx="3610439" cy="1600200"/>
          </a:xfrm>
          <a:prstGeom prst="rect">
            <a:avLst/>
          </a:prstGeom>
        </p:spPr>
      </p:pic>
      <p:pic>
        <p:nvPicPr>
          <p:cNvPr id="10" name="Picture 9">
            <a:extLst>
              <a:ext uri="{FF2B5EF4-FFF2-40B4-BE49-F238E27FC236}">
                <a16:creationId xmlns:a16="http://schemas.microsoft.com/office/drawing/2014/main" id="{9F9F0212-6C9C-951E-6D5A-5ED819A465E3}"/>
              </a:ext>
            </a:extLst>
          </p:cNvPr>
          <p:cNvPicPr>
            <a:picLocks noChangeAspect="1"/>
          </p:cNvPicPr>
          <p:nvPr/>
        </p:nvPicPr>
        <p:blipFill>
          <a:blip r:embed="rId6"/>
          <a:stretch>
            <a:fillRect/>
          </a:stretch>
        </p:blipFill>
        <p:spPr>
          <a:xfrm>
            <a:off x="7094194" y="5037248"/>
            <a:ext cx="3610439" cy="1612634"/>
          </a:xfrm>
          <a:prstGeom prst="rect">
            <a:avLst/>
          </a:prstGeom>
        </p:spPr>
      </p:pic>
    </p:spTree>
    <p:extLst>
      <p:ext uri="{BB962C8B-B14F-4D97-AF65-F5344CB8AC3E}">
        <p14:creationId xmlns:p14="http://schemas.microsoft.com/office/powerpoint/2010/main" val="4245796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161438-3D1A-D293-A6BD-70ECC82AA674}"/>
              </a:ext>
            </a:extLst>
          </p:cNvPr>
          <p:cNvSpPr>
            <a:spLocks noGrp="1"/>
          </p:cNvSpPr>
          <p:nvPr>
            <p:ph type="body" sz="quarter" idx="11"/>
          </p:nvPr>
        </p:nvSpPr>
        <p:spPr/>
        <p:txBody>
          <a:bodyPr/>
          <a:lstStyle/>
          <a:p>
            <a:r>
              <a:rPr lang="en-US" dirty="0"/>
              <a:t>Exponential Smoothing</a:t>
            </a:r>
          </a:p>
        </p:txBody>
      </p:sp>
      <p:sp>
        <p:nvSpPr>
          <p:cNvPr id="3" name="Text Placeholder 2">
            <a:extLst>
              <a:ext uri="{FF2B5EF4-FFF2-40B4-BE49-F238E27FC236}">
                <a16:creationId xmlns:a16="http://schemas.microsoft.com/office/drawing/2014/main" id="{945B104D-B1A2-EE68-A816-A3A848594C00}"/>
              </a:ext>
            </a:extLst>
          </p:cNvPr>
          <p:cNvSpPr>
            <a:spLocks noGrp="1"/>
          </p:cNvSpPr>
          <p:nvPr>
            <p:ph type="body" sz="quarter" idx="14"/>
          </p:nvPr>
        </p:nvSpPr>
        <p:spPr/>
        <p:txBody>
          <a:bodyPr/>
          <a:lstStyle/>
          <a:p>
            <a:endParaRPr lang="en-US"/>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F3C037AA-66AF-CD56-CD4C-DD74850429A5}"/>
                  </a:ext>
                </a:extLst>
              </p:cNvPr>
              <p:cNvSpPr>
                <a:spLocks noGrp="1"/>
              </p:cNvSpPr>
              <p:nvPr>
                <p:ph type="body" sz="quarter" idx="15"/>
              </p:nvPr>
            </p:nvSpPr>
            <p:spPr>
              <a:xfrm>
                <a:off x="549726" y="1790700"/>
                <a:ext cx="7340120" cy="4397904"/>
              </a:xfrm>
              <a:ln>
                <a:solidFill>
                  <a:schemeClr val="accent5">
                    <a:lumMod val="50000"/>
                  </a:schemeClr>
                </a:solidFill>
              </a:ln>
            </p:spPr>
            <p:txBody>
              <a:bodyPr/>
              <a:lstStyle/>
              <a:p>
                <a:r>
                  <a:rPr lang="en-US" dirty="0"/>
                  <a:t>Weighted average with weights decreasing for observations further in the past:</a:t>
                </a:r>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𝛼</m:t>
                          </m:r>
                        </m:e>
                      </m:d>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𝛼</m:t>
                                  </m:r>
                                </m:e>
                              </m:d>
                            </m:e>
                            <m:sup>
                              <m:r>
                                <a:rPr lang="en-US" b="0" i="1" smtClean="0">
                                  <a:latin typeface="Cambria Math" panose="02040503050406030204" pitchFamily="18" charset="0"/>
                                </a:rPr>
                                <m:t>2</m:t>
                              </m:r>
                            </m:sup>
                          </m:sSup>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p>
                <a:endParaRPr lang="en-US" dirty="0"/>
              </a:p>
              <a:p>
                <a:r>
                  <a:rPr lang="en-US" dirty="0"/>
                  <a:t>The forecast at time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+1</m:t>
                    </m:r>
                  </m:oMath>
                </a14:m>
                <a:r>
                  <a:rPr lang="en-US" dirty="0"/>
                  <a:t> is equal to a weighted average between the most recent observation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 </m:t>
                    </m:r>
                  </m:oMath>
                </a14:m>
                <a:r>
                  <a:rPr lang="en-US" dirty="0"/>
                  <a:t>and the previous forecast </a:t>
                </a:r>
                <a14:m>
                  <m:oMath xmlns:m="http://schemas.openxmlformats.org/officeDocument/2006/math">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 </m:t>
                    </m:r>
                  </m:oMath>
                </a14:m>
                <a:r>
                  <a:rPr lang="en-US" dirty="0"/>
                  <a:t>(selected or optimized in the initialization):</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𝛼</m:t>
                          </m:r>
                        </m:e>
                      </m:d>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−1</m:t>
                          </m:r>
                        </m:sub>
                      </m:sSub>
                    </m:oMath>
                  </m:oMathPara>
                </a14:m>
                <a:endParaRPr lang="en-US" dirty="0"/>
              </a:p>
              <a:p>
                <a:endParaRPr lang="en-US" dirty="0"/>
              </a:p>
              <a:p>
                <a14:m>
                  <m:oMath xmlns:m="http://schemas.openxmlformats.org/officeDocument/2006/math">
                    <m:r>
                      <a:rPr lang="en-US" b="0" i="1" smtClean="0">
                        <a:latin typeface="Cambria Math" panose="02040503050406030204" pitchFamily="18" charset="0"/>
                      </a:rPr>
                      <m:t>𝛼</m:t>
                    </m:r>
                  </m:oMath>
                </a14:m>
                <a:r>
                  <a:rPr lang="en-US" dirty="0"/>
                  <a:t> – smoothing parameter, </a:t>
                </a:r>
                <a14:m>
                  <m:oMath xmlns:m="http://schemas.openxmlformats.org/officeDocument/2006/math">
                    <m:r>
                      <a:rPr lang="en-US" b="0" i="0" smtClean="0">
                        <a:latin typeface="Cambria Math" panose="02040503050406030204" pitchFamily="18" charset="0"/>
                      </a:rPr>
                      <m:t>0≤</m:t>
                    </m:r>
                    <m:r>
                      <a:rPr lang="en-US" i="1">
                        <a:latin typeface="Cambria Math" panose="02040503050406030204" pitchFamily="18" charset="0"/>
                      </a:rPr>
                      <m:t>𝛼</m:t>
                    </m:r>
                    <m:r>
                      <a:rPr lang="en-US" b="0" i="1" smtClean="0">
                        <a:latin typeface="Cambria Math" panose="02040503050406030204" pitchFamily="18" charset="0"/>
                      </a:rPr>
                      <m:t>≤1</m:t>
                    </m:r>
                  </m:oMath>
                </a14:m>
                <a:r>
                  <a:rPr lang="en-US" dirty="0"/>
                  <a:t> (either selected or optimized)</a:t>
                </a:r>
              </a:p>
              <a:p>
                <a:pPr marL="285750" indent="-285750">
                  <a:buFont typeface="Arial" panose="020B0604020202020204" pitchFamily="34" charset="0"/>
                  <a:buChar char="•"/>
                </a:pPr>
                <a:r>
                  <a:rPr lang="en-US" dirty="0"/>
                  <a:t>If </a:t>
                </a:r>
                <a14:m>
                  <m:oMath xmlns:m="http://schemas.openxmlformats.org/officeDocument/2006/math">
                    <m:r>
                      <a:rPr lang="en-US" b="0" i="1" smtClean="0">
                        <a:latin typeface="Cambria Math" panose="02040503050406030204" pitchFamily="18" charset="0"/>
                      </a:rPr>
                      <m:t>𝛼</m:t>
                    </m:r>
                  </m:oMath>
                </a14:m>
                <a:r>
                  <a:rPr lang="en-US" dirty="0"/>
                  <a:t> is small value, higher impact is given for observations from distant past.</a:t>
                </a:r>
              </a:p>
              <a:p>
                <a:pPr marL="285750" indent="-285750">
                  <a:buFont typeface="Arial" panose="020B0604020202020204" pitchFamily="34" charset="0"/>
                  <a:buChar char="•"/>
                </a:pPr>
                <a:r>
                  <a:rPr lang="en-US" dirty="0"/>
                  <a:t>If </a:t>
                </a:r>
                <a14:m>
                  <m:oMath xmlns:m="http://schemas.openxmlformats.org/officeDocument/2006/math">
                    <m:r>
                      <a:rPr lang="en-US" b="0" i="1" smtClean="0">
                        <a:latin typeface="Cambria Math" panose="02040503050406030204" pitchFamily="18" charset="0"/>
                      </a:rPr>
                      <m:t>𝛼</m:t>
                    </m:r>
                  </m:oMath>
                </a14:m>
                <a:r>
                  <a:rPr lang="en-US" dirty="0"/>
                  <a:t> is close 1, higher impact is given for observations from near past.</a:t>
                </a:r>
              </a:p>
              <a:p>
                <a:pPr marL="285750" indent="-285750">
                  <a:buFont typeface="Arial" panose="020B0604020202020204" pitchFamily="34" charset="0"/>
                  <a:buChar char="•"/>
                </a:pPr>
                <a:r>
                  <a:rPr lang="en-US" dirty="0"/>
                  <a:t>If </a:t>
                </a:r>
                <a14:m>
                  <m:oMath xmlns:m="http://schemas.openxmlformats.org/officeDocument/2006/math">
                    <m:r>
                      <a:rPr lang="en-US" b="0" i="1" smtClean="0">
                        <a:latin typeface="Cambria Math" panose="02040503050406030204" pitchFamily="18" charset="0"/>
                      </a:rPr>
                      <m:t>𝛼</m:t>
                    </m:r>
                  </m:oMath>
                </a14:m>
                <a:r>
                  <a:rPr lang="en-US" dirty="0"/>
                  <a:t> is equal to 1, all weight is given to the last observation.</a:t>
                </a:r>
              </a:p>
              <a:p>
                <a:endParaRPr lang="en-US" dirty="0"/>
              </a:p>
              <a:p>
                <a:r>
                  <a:rPr lang="en-US" dirty="0"/>
                  <a:t>Works for data with no clear trend or seasonal pattern. </a:t>
                </a:r>
              </a:p>
              <a:p>
                <a:endParaRPr lang="en-US" dirty="0"/>
              </a:p>
            </p:txBody>
          </p:sp>
        </mc:Choice>
        <mc:Fallback>
          <p:sp>
            <p:nvSpPr>
              <p:cNvPr id="4" name="Text Placeholder 3">
                <a:extLst>
                  <a:ext uri="{FF2B5EF4-FFF2-40B4-BE49-F238E27FC236}">
                    <a16:creationId xmlns:a16="http://schemas.microsoft.com/office/drawing/2014/main" id="{F3C037AA-66AF-CD56-CD4C-DD74850429A5}"/>
                  </a:ext>
                </a:extLst>
              </p:cNvPr>
              <p:cNvSpPr>
                <a:spLocks noGrp="1" noRot="1" noChangeAspect="1" noMove="1" noResize="1" noEditPoints="1" noAdjustHandles="1" noChangeArrowheads="1" noChangeShapeType="1" noTextEdit="1"/>
              </p:cNvSpPr>
              <p:nvPr>
                <p:ph type="body" sz="quarter" idx="15"/>
              </p:nvPr>
            </p:nvSpPr>
            <p:spPr>
              <a:xfrm>
                <a:off x="549726" y="1790700"/>
                <a:ext cx="7340120" cy="4397904"/>
              </a:xfrm>
              <a:blipFill>
                <a:blip r:embed="rId2"/>
                <a:stretch>
                  <a:fillRect l="-332" t="-138"/>
                </a:stretch>
              </a:blipFill>
              <a:ln>
                <a:solidFill>
                  <a:schemeClr val="accent5">
                    <a:lumMod val="50000"/>
                  </a:schemeClr>
                </a:solidFill>
              </a:ln>
            </p:spPr>
            <p:txBody>
              <a:bodyPr/>
              <a:lstStyle/>
              <a:p>
                <a:r>
                  <a:rPr lang="en-US">
                    <a:noFill/>
                  </a:rPr>
                  <a:t> </a:t>
                </a:r>
              </a:p>
            </p:txBody>
          </p:sp>
        </mc:Fallback>
      </mc:AlternateContent>
      <p:pic>
        <p:nvPicPr>
          <p:cNvPr id="9" name="Picture 8">
            <a:extLst>
              <a:ext uri="{FF2B5EF4-FFF2-40B4-BE49-F238E27FC236}">
                <a16:creationId xmlns:a16="http://schemas.microsoft.com/office/drawing/2014/main" id="{A003751B-42D2-2123-EF4D-67653ABB0537}"/>
              </a:ext>
            </a:extLst>
          </p:cNvPr>
          <p:cNvPicPr>
            <a:picLocks noChangeAspect="1"/>
          </p:cNvPicPr>
          <p:nvPr/>
        </p:nvPicPr>
        <p:blipFill>
          <a:blip r:embed="rId3"/>
          <a:stretch>
            <a:fillRect/>
          </a:stretch>
        </p:blipFill>
        <p:spPr>
          <a:xfrm>
            <a:off x="7889846" y="1968500"/>
            <a:ext cx="2786062" cy="2076450"/>
          </a:xfrm>
          <a:prstGeom prst="rect">
            <a:avLst/>
          </a:prstGeom>
        </p:spPr>
      </p:pic>
    </p:spTree>
    <p:extLst>
      <p:ext uri="{BB962C8B-B14F-4D97-AF65-F5344CB8AC3E}">
        <p14:creationId xmlns:p14="http://schemas.microsoft.com/office/powerpoint/2010/main" val="4270852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EB0A9F-1B99-C03C-477C-D4B1A35F0D74}"/>
              </a:ext>
            </a:extLst>
          </p:cNvPr>
          <p:cNvSpPr>
            <a:spLocks noGrp="1"/>
          </p:cNvSpPr>
          <p:nvPr>
            <p:ph type="body" sz="quarter" idx="11"/>
          </p:nvPr>
        </p:nvSpPr>
        <p:spPr/>
        <p:txBody>
          <a:bodyPr/>
          <a:lstStyle/>
          <a:p>
            <a:r>
              <a:rPr lang="en-US" dirty="0"/>
              <a:t>Data Preprocessing for MLP and Random Forest</a:t>
            </a:r>
          </a:p>
        </p:txBody>
      </p:sp>
      <p:sp>
        <p:nvSpPr>
          <p:cNvPr id="3" name="Text Placeholder 2">
            <a:extLst>
              <a:ext uri="{FF2B5EF4-FFF2-40B4-BE49-F238E27FC236}">
                <a16:creationId xmlns:a16="http://schemas.microsoft.com/office/drawing/2014/main" id="{A465AC51-DCB1-1509-81F7-559D38E6DB1F}"/>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2EEE7728-F3F9-E97B-07B0-4E029CA2247A}"/>
              </a:ext>
            </a:extLst>
          </p:cNvPr>
          <p:cNvSpPr>
            <a:spLocks noGrp="1"/>
          </p:cNvSpPr>
          <p:nvPr>
            <p:ph type="body" sz="quarter" idx="15"/>
          </p:nvPr>
        </p:nvSpPr>
        <p:spPr>
          <a:xfrm>
            <a:off x="681560" y="1866868"/>
            <a:ext cx="6206555" cy="465673"/>
          </a:xfrm>
        </p:spPr>
        <p:txBody>
          <a:bodyPr/>
          <a:lstStyle/>
          <a:p>
            <a:r>
              <a:rPr lang="en-US" dirty="0"/>
              <a:t>Prepare dataset to be used in supervised learning form. </a:t>
            </a:r>
          </a:p>
        </p:txBody>
      </p:sp>
      <p:graphicFrame>
        <p:nvGraphicFramePr>
          <p:cNvPr id="7" name="Table 6">
            <a:extLst>
              <a:ext uri="{FF2B5EF4-FFF2-40B4-BE49-F238E27FC236}">
                <a16:creationId xmlns:a16="http://schemas.microsoft.com/office/drawing/2014/main" id="{FC5D7E7B-D5BE-B979-7CB4-4A0D676966B2}"/>
              </a:ext>
            </a:extLst>
          </p:cNvPr>
          <p:cNvGraphicFramePr>
            <a:graphicFrameLocks noGrp="1"/>
          </p:cNvGraphicFramePr>
          <p:nvPr>
            <p:extLst>
              <p:ext uri="{D42A27DB-BD31-4B8C-83A1-F6EECF244321}">
                <p14:modId xmlns:p14="http://schemas.microsoft.com/office/powerpoint/2010/main" val="1643650374"/>
              </p:ext>
            </p:extLst>
          </p:nvPr>
        </p:nvGraphicFramePr>
        <p:xfrm>
          <a:off x="799644" y="2430439"/>
          <a:ext cx="1295400" cy="2714625"/>
        </p:xfrm>
        <a:graphic>
          <a:graphicData uri="http://schemas.openxmlformats.org/drawingml/2006/table">
            <a:tbl>
              <a:tblPr/>
              <a:tblGrid>
                <a:gridCol w="647700">
                  <a:extLst>
                    <a:ext uri="{9D8B030D-6E8A-4147-A177-3AD203B41FA5}">
                      <a16:colId xmlns:a16="http://schemas.microsoft.com/office/drawing/2014/main" val="308050932"/>
                    </a:ext>
                  </a:extLst>
                </a:gridCol>
                <a:gridCol w="647700">
                  <a:extLst>
                    <a:ext uri="{9D8B030D-6E8A-4147-A177-3AD203B41FA5}">
                      <a16:colId xmlns:a16="http://schemas.microsoft.com/office/drawing/2014/main" val="1017448175"/>
                    </a:ext>
                  </a:extLst>
                </a:gridCol>
              </a:tblGrid>
              <a:tr h="180975">
                <a:tc>
                  <a:txBody>
                    <a:bodyPr/>
                    <a:lstStyle/>
                    <a:p>
                      <a:pPr algn="ctr" fontAlgn="b"/>
                      <a:r>
                        <a:rPr lang="en-US" sz="1100" b="1" i="0" u="none" strike="noStrike">
                          <a:solidFill>
                            <a:srgbClr val="000000"/>
                          </a:solidFill>
                          <a:effectLst/>
                          <a:latin typeface="Aptos Narrow" panose="020B0004020202020204" pitchFamily="34" charset="0"/>
                        </a:rPr>
                        <a:t>Time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Value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6440881"/>
                  </a:ext>
                </a:extLst>
              </a:tr>
              <a:tr h="180975">
                <a:tc>
                  <a:txBody>
                    <a:bodyPr/>
                    <a:lstStyle/>
                    <a:p>
                      <a:pPr algn="r" fontAlgn="b"/>
                      <a:r>
                        <a:rPr lang="en-US" sz="1100" b="0" i="0" u="none" strike="noStrike">
                          <a:solidFill>
                            <a:srgbClr val="000000"/>
                          </a:solidFill>
                          <a:effectLst/>
                          <a:latin typeface="Aptos Narrow" panose="020B000402020202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2848788"/>
                  </a:ext>
                </a:extLst>
              </a:tr>
              <a:tr h="180975">
                <a:tc>
                  <a:txBody>
                    <a:bodyPr/>
                    <a:lstStyle/>
                    <a:p>
                      <a:pPr algn="r" fontAlgn="b"/>
                      <a:r>
                        <a:rPr lang="en-US" sz="1100" b="0" i="0" u="none" strike="noStrike">
                          <a:solidFill>
                            <a:srgbClr val="000000"/>
                          </a:solidFill>
                          <a:effectLst/>
                          <a:latin typeface="Aptos Narrow" panose="020B000402020202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617311"/>
                  </a:ext>
                </a:extLst>
              </a:tr>
              <a:tr h="180975">
                <a:tc>
                  <a:txBody>
                    <a:bodyPr/>
                    <a:lstStyle/>
                    <a:p>
                      <a:pPr algn="r" fontAlgn="b"/>
                      <a:r>
                        <a:rPr lang="en-US" sz="1100" b="0" i="0" u="none" strike="noStrike">
                          <a:solidFill>
                            <a:srgbClr val="000000"/>
                          </a:solidFill>
                          <a:effectLst/>
                          <a:latin typeface="Aptos Narrow" panose="020B000402020202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dirty="0">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0586841"/>
                  </a:ext>
                </a:extLst>
              </a:tr>
              <a:tr h="180975">
                <a:tc>
                  <a:txBody>
                    <a:bodyPr/>
                    <a:lstStyle/>
                    <a:p>
                      <a:pPr algn="r" fontAlgn="b"/>
                      <a:r>
                        <a:rPr lang="en-US" sz="1100" b="0" i="0" u="none" strike="noStrike">
                          <a:solidFill>
                            <a:srgbClr val="000000"/>
                          </a:solidFill>
                          <a:effectLst/>
                          <a:latin typeface="Aptos Narrow" panose="020B000402020202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371842"/>
                  </a:ext>
                </a:extLst>
              </a:tr>
              <a:tr h="180975">
                <a:tc>
                  <a:txBody>
                    <a:bodyPr/>
                    <a:lstStyle/>
                    <a:p>
                      <a:pPr algn="r" fontAlgn="b"/>
                      <a:r>
                        <a:rPr lang="en-US" sz="1100" b="0" i="0" u="none" strike="noStrike">
                          <a:solidFill>
                            <a:srgbClr val="000000"/>
                          </a:solidFill>
                          <a:effectLst/>
                          <a:latin typeface="Aptos Narrow" panose="020B0004020202020204" pitchFamily="34" charset="0"/>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4685352"/>
                  </a:ext>
                </a:extLst>
              </a:tr>
              <a:tr h="180975">
                <a:tc>
                  <a:txBody>
                    <a:bodyPr/>
                    <a:lstStyle/>
                    <a:p>
                      <a:pPr algn="r" fontAlgn="b"/>
                      <a:r>
                        <a:rPr lang="en-US" sz="1100" b="0" i="0" u="none" strike="noStrike">
                          <a:solidFill>
                            <a:srgbClr val="000000"/>
                          </a:solidFill>
                          <a:effectLst/>
                          <a:latin typeface="Aptos Narrow" panose="020B000402020202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6254568"/>
                  </a:ext>
                </a:extLst>
              </a:tr>
              <a:tr h="180975">
                <a:tc>
                  <a:txBody>
                    <a:bodyPr/>
                    <a:lstStyle/>
                    <a:p>
                      <a:pPr algn="r" fontAlgn="b"/>
                      <a:r>
                        <a:rPr lang="en-US" sz="1100" b="0" i="0" u="none" strike="noStrike">
                          <a:solidFill>
                            <a:srgbClr val="000000"/>
                          </a:solidFill>
                          <a:effectLst/>
                          <a:latin typeface="Aptos Narrow" panose="020B0004020202020204" pitchFamily="34" charset="0"/>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4074742"/>
                  </a:ext>
                </a:extLst>
              </a:tr>
              <a:tr h="180975">
                <a:tc>
                  <a:txBody>
                    <a:bodyPr/>
                    <a:lstStyle/>
                    <a:p>
                      <a:pPr algn="r" fontAlgn="b"/>
                      <a:r>
                        <a:rPr lang="en-US" sz="1100" b="0" i="0" u="none" strike="noStrike">
                          <a:solidFill>
                            <a:srgbClr val="000000"/>
                          </a:solidFill>
                          <a:effectLst/>
                          <a:latin typeface="Aptos Narrow" panose="020B000402020202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7171586"/>
                  </a:ext>
                </a:extLst>
              </a:tr>
              <a:tr h="180975">
                <a:tc>
                  <a:txBody>
                    <a:bodyPr/>
                    <a:lstStyle/>
                    <a:p>
                      <a:pPr algn="r" fontAlgn="b"/>
                      <a:r>
                        <a:rPr lang="en-US" sz="1100" b="0" i="0" u="none" strike="noStrike">
                          <a:solidFill>
                            <a:srgbClr val="000000"/>
                          </a:solidFill>
                          <a:effectLst/>
                          <a:latin typeface="Aptos Narrow" panose="020B0004020202020204" pitchFamily="34" charset="0"/>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4302590"/>
                  </a:ext>
                </a:extLst>
              </a:tr>
              <a:tr h="180975">
                <a:tc>
                  <a:txBody>
                    <a:bodyPr/>
                    <a:lstStyle/>
                    <a:p>
                      <a:pPr algn="r" fontAlgn="b"/>
                      <a:r>
                        <a:rPr lang="en-US" sz="1100" b="0" i="0" u="none" strike="noStrike">
                          <a:solidFill>
                            <a:srgbClr val="000000"/>
                          </a:solidFill>
                          <a:effectLst/>
                          <a:latin typeface="Aptos Narrow" panose="020B0004020202020204" pitchFamily="34" charset="0"/>
                        </a:rPr>
                        <a:t>10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96559"/>
                  </a:ext>
                </a:extLst>
              </a:tr>
              <a:tr h="180975">
                <a:tc>
                  <a:txBody>
                    <a:bodyPr/>
                    <a:lstStyle/>
                    <a:p>
                      <a:pPr algn="r" fontAlgn="b"/>
                      <a:r>
                        <a:rPr lang="en-US" sz="1100" b="0" i="0" u="none" strike="noStrike">
                          <a:solidFill>
                            <a:srgbClr val="000000"/>
                          </a:solidFill>
                          <a:effectLst/>
                          <a:latin typeface="Aptos Narrow" panose="020B0004020202020204" pitchFamily="34" charset="0"/>
                        </a:rPr>
                        <a:t>11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1357361"/>
                  </a:ext>
                </a:extLst>
              </a:tr>
              <a:tr h="180975">
                <a:tc>
                  <a:txBody>
                    <a:bodyPr/>
                    <a:lstStyle/>
                    <a:p>
                      <a:pPr algn="r" fontAlgn="b"/>
                      <a:r>
                        <a:rPr lang="en-US" sz="1100" b="0" i="0" u="none" strike="noStrike">
                          <a:solidFill>
                            <a:srgbClr val="000000"/>
                          </a:solidFill>
                          <a:effectLst/>
                          <a:latin typeface="Aptos Narrow" panose="020B000402020202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389709"/>
                  </a:ext>
                </a:extLst>
              </a:tr>
              <a:tr h="180975">
                <a:tc>
                  <a:txBody>
                    <a:bodyPr/>
                    <a:lstStyle/>
                    <a:p>
                      <a:pPr algn="r" fontAlgn="b"/>
                      <a:r>
                        <a:rPr lang="en-US" sz="1100" b="0" i="0" u="none" strike="noStrike">
                          <a:solidFill>
                            <a:srgbClr val="000000"/>
                          </a:solidFill>
                          <a:effectLst/>
                          <a:latin typeface="Aptos Narrow" panose="020B0004020202020204" pitchFamily="34" charset="0"/>
                        </a:rPr>
                        <a:t>13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2830768"/>
                  </a:ext>
                </a:extLst>
              </a:tr>
              <a:tr h="180975">
                <a:tc>
                  <a:txBody>
                    <a:bodyPr/>
                    <a:lstStyle/>
                    <a:p>
                      <a:pPr algn="r" fontAlgn="b"/>
                      <a:r>
                        <a:rPr lang="en-US" sz="1100" b="0" i="0" u="none" strike="noStrike">
                          <a:solidFill>
                            <a:srgbClr val="000000"/>
                          </a:solidFill>
                          <a:effectLst/>
                          <a:latin typeface="Aptos Narrow" panose="020B0004020202020204" pitchFamily="34" charset="0"/>
                        </a:rPr>
                        <a:t>14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dirty="0">
                          <a:solidFill>
                            <a:srgbClr val="000000"/>
                          </a:solidFill>
                          <a:effectLst/>
                          <a:latin typeface="Aptos Narrow" panose="020B0004020202020204" pitchFamily="34" charset="0"/>
                        </a:rPr>
                        <a:t>0.75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283809"/>
                  </a:ext>
                </a:extLst>
              </a:tr>
            </a:tbl>
          </a:graphicData>
        </a:graphic>
      </p:graphicFrame>
      <p:graphicFrame>
        <p:nvGraphicFramePr>
          <p:cNvPr id="10" name="Table 9">
            <a:extLst>
              <a:ext uri="{FF2B5EF4-FFF2-40B4-BE49-F238E27FC236}">
                <a16:creationId xmlns:a16="http://schemas.microsoft.com/office/drawing/2014/main" id="{27F8A550-0379-7E55-C694-7478889C7811}"/>
              </a:ext>
            </a:extLst>
          </p:cNvPr>
          <p:cNvGraphicFramePr>
            <a:graphicFrameLocks noGrp="1"/>
          </p:cNvGraphicFramePr>
          <p:nvPr>
            <p:extLst>
              <p:ext uri="{D42A27DB-BD31-4B8C-83A1-F6EECF244321}">
                <p14:modId xmlns:p14="http://schemas.microsoft.com/office/powerpoint/2010/main" val="2200826578"/>
              </p:ext>
            </p:extLst>
          </p:nvPr>
        </p:nvGraphicFramePr>
        <p:xfrm>
          <a:off x="3307399" y="2436435"/>
          <a:ext cx="1295400" cy="2706053"/>
        </p:xfrm>
        <a:graphic>
          <a:graphicData uri="http://schemas.openxmlformats.org/drawingml/2006/table">
            <a:tbl>
              <a:tblPr/>
              <a:tblGrid>
                <a:gridCol w="647700">
                  <a:extLst>
                    <a:ext uri="{9D8B030D-6E8A-4147-A177-3AD203B41FA5}">
                      <a16:colId xmlns:a16="http://schemas.microsoft.com/office/drawing/2014/main" val="1078155627"/>
                    </a:ext>
                  </a:extLst>
                </a:gridCol>
                <a:gridCol w="647700">
                  <a:extLst>
                    <a:ext uri="{9D8B030D-6E8A-4147-A177-3AD203B41FA5}">
                      <a16:colId xmlns:a16="http://schemas.microsoft.com/office/drawing/2014/main" val="1955268380"/>
                    </a:ext>
                  </a:extLst>
                </a:gridCol>
              </a:tblGrid>
              <a:tr h="180975">
                <a:tc>
                  <a:txBody>
                    <a:bodyPr/>
                    <a:lstStyle/>
                    <a:p>
                      <a:pPr algn="ctr" fontAlgn="b"/>
                      <a:r>
                        <a:rPr lang="en-US" sz="1100" b="1" i="0" u="none" strike="noStrike">
                          <a:solidFill>
                            <a:srgbClr val="000000"/>
                          </a:solidFill>
                          <a:effectLst/>
                          <a:latin typeface="Aptos Narrow" panose="020B0004020202020204" pitchFamily="34" charset="0"/>
                        </a:rPr>
                        <a:t>Feature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Target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395385"/>
                  </a:ext>
                </a:extLst>
              </a:tr>
              <a:tr h="180975">
                <a:tc>
                  <a:txBody>
                    <a:bodyPr/>
                    <a:lstStyle/>
                    <a:p>
                      <a:pPr algn="l" fontAlgn="b"/>
                      <a:r>
                        <a:rPr lang="en-US" sz="1100" b="0" i="0" u="none" strike="noStrike">
                          <a:solidFill>
                            <a:srgbClr val="A6A6A6"/>
                          </a:solidFill>
                          <a:effectLst/>
                          <a:latin typeface="Aptos Narrow" panose="020B0004020202020204" pitchFamily="34" charset="0"/>
                        </a:rPr>
                        <a:t>NAN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A6A6A6"/>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1261589"/>
                  </a:ext>
                </a:extLst>
              </a:tr>
              <a:tr h="180975">
                <a:tc>
                  <a:txBody>
                    <a:bodyPr/>
                    <a:lstStyle/>
                    <a:p>
                      <a:pPr algn="r" fontAlgn="b"/>
                      <a:r>
                        <a:rPr lang="en-US" sz="1100" b="0" i="0" u="none" strike="noStrike">
                          <a:solidFill>
                            <a:srgbClr val="000000"/>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3778441"/>
                  </a:ext>
                </a:extLst>
              </a:tr>
              <a:tr h="180975">
                <a:tc>
                  <a:txBody>
                    <a:bodyPr/>
                    <a:lstStyle/>
                    <a:p>
                      <a:pPr algn="r" fontAlgn="b"/>
                      <a:r>
                        <a:rPr lang="en-US" sz="1100" b="0" i="0" u="none" strike="noStrike">
                          <a:solidFill>
                            <a:srgbClr val="000000"/>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1644776"/>
                  </a:ext>
                </a:extLst>
              </a:tr>
              <a:tr h="180975">
                <a:tc>
                  <a:txBody>
                    <a:bodyPr/>
                    <a:lstStyle/>
                    <a:p>
                      <a:pPr algn="r" fontAlgn="b"/>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2468080"/>
                  </a:ext>
                </a:extLst>
              </a:tr>
              <a:tr h="180975">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7286713"/>
                  </a:ext>
                </a:extLst>
              </a:tr>
              <a:tr h="180975">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0750593"/>
                  </a:ext>
                </a:extLst>
              </a:tr>
              <a:tr h="180975">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7390487"/>
                  </a:ext>
                </a:extLst>
              </a:tr>
              <a:tr h="180975">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1832658"/>
                  </a:ext>
                </a:extLst>
              </a:tr>
              <a:tr h="0">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2538983"/>
                  </a:ext>
                </a:extLst>
              </a:tr>
              <a:tr h="180975">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4710277"/>
                  </a:ext>
                </a:extLst>
              </a:tr>
              <a:tr h="180975">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61060"/>
                  </a:ext>
                </a:extLst>
              </a:tr>
              <a:tr h="180975">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0760427"/>
                  </a:ext>
                </a:extLst>
              </a:tr>
              <a:tr h="180975">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197564"/>
                  </a:ext>
                </a:extLst>
              </a:tr>
              <a:tr h="180975">
                <a:tc>
                  <a:txBody>
                    <a:bodyPr/>
                    <a:lstStyle/>
                    <a:p>
                      <a:pPr algn="r" fontAlgn="b"/>
                      <a:r>
                        <a:rPr lang="en-US" sz="1100" b="0" i="0" u="none" strike="noStrike">
                          <a:solidFill>
                            <a:srgbClr val="000000"/>
                          </a:solidFill>
                          <a:effectLst/>
                          <a:latin typeface="Aptos Narrow" panose="020B0004020202020204" pitchFamily="34" charset="0"/>
                        </a:rPr>
                        <a:t>0.27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dirty="0">
                          <a:solidFill>
                            <a:srgbClr val="000000"/>
                          </a:solidFill>
                          <a:effectLst/>
                          <a:latin typeface="Aptos Narrow" panose="020B0004020202020204" pitchFamily="34" charset="0"/>
                        </a:rPr>
                        <a:t>0.75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512979"/>
                  </a:ext>
                </a:extLst>
              </a:tr>
            </a:tbl>
          </a:graphicData>
        </a:graphic>
      </p:graphicFrame>
      <p:sp>
        <p:nvSpPr>
          <p:cNvPr id="11" name="Arrow: Right 10">
            <a:extLst>
              <a:ext uri="{FF2B5EF4-FFF2-40B4-BE49-F238E27FC236}">
                <a16:creationId xmlns:a16="http://schemas.microsoft.com/office/drawing/2014/main" id="{30BA823A-4CD0-78FD-8DB0-DF3D2DC2828D}"/>
              </a:ext>
            </a:extLst>
          </p:cNvPr>
          <p:cNvSpPr/>
          <p:nvPr/>
        </p:nvSpPr>
        <p:spPr>
          <a:xfrm>
            <a:off x="2513231" y="3301696"/>
            <a:ext cx="503741" cy="19711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6959817-309C-825D-939C-8BFA5C065794}"/>
              </a:ext>
            </a:extLst>
          </p:cNvPr>
          <p:cNvSpPr txBox="1"/>
          <p:nvPr/>
        </p:nvSpPr>
        <p:spPr>
          <a:xfrm>
            <a:off x="3307399" y="5224481"/>
            <a:ext cx="1548822" cy="307777"/>
          </a:xfrm>
          <a:prstGeom prst="rect">
            <a:avLst/>
          </a:prstGeom>
          <a:noFill/>
        </p:spPr>
        <p:txBody>
          <a:bodyPr wrap="none" rtlCol="0">
            <a:spAutoFit/>
          </a:bodyPr>
          <a:lstStyle/>
          <a:p>
            <a:r>
              <a:rPr lang="en-US" sz="1400" dirty="0"/>
              <a:t>Sliding window = 1</a:t>
            </a:r>
          </a:p>
        </p:txBody>
      </p:sp>
      <p:graphicFrame>
        <p:nvGraphicFramePr>
          <p:cNvPr id="13" name="Table 12">
            <a:extLst>
              <a:ext uri="{FF2B5EF4-FFF2-40B4-BE49-F238E27FC236}">
                <a16:creationId xmlns:a16="http://schemas.microsoft.com/office/drawing/2014/main" id="{7A0F6750-7AB1-E8C4-8AC4-973DDBB75B5F}"/>
              </a:ext>
            </a:extLst>
          </p:cNvPr>
          <p:cNvGraphicFramePr>
            <a:graphicFrameLocks noGrp="1"/>
          </p:cNvGraphicFramePr>
          <p:nvPr>
            <p:extLst>
              <p:ext uri="{D42A27DB-BD31-4B8C-83A1-F6EECF244321}">
                <p14:modId xmlns:p14="http://schemas.microsoft.com/office/powerpoint/2010/main" val="190450828"/>
              </p:ext>
            </p:extLst>
          </p:nvPr>
        </p:nvGraphicFramePr>
        <p:xfrm>
          <a:off x="5916565" y="2431917"/>
          <a:ext cx="1943100" cy="2714625"/>
        </p:xfrm>
        <a:graphic>
          <a:graphicData uri="http://schemas.openxmlformats.org/drawingml/2006/table">
            <a:tbl>
              <a:tblPr/>
              <a:tblGrid>
                <a:gridCol w="647700">
                  <a:extLst>
                    <a:ext uri="{9D8B030D-6E8A-4147-A177-3AD203B41FA5}">
                      <a16:colId xmlns:a16="http://schemas.microsoft.com/office/drawing/2014/main" val="935013363"/>
                    </a:ext>
                  </a:extLst>
                </a:gridCol>
                <a:gridCol w="647700">
                  <a:extLst>
                    <a:ext uri="{9D8B030D-6E8A-4147-A177-3AD203B41FA5}">
                      <a16:colId xmlns:a16="http://schemas.microsoft.com/office/drawing/2014/main" val="1852283164"/>
                    </a:ext>
                  </a:extLst>
                </a:gridCol>
                <a:gridCol w="647700">
                  <a:extLst>
                    <a:ext uri="{9D8B030D-6E8A-4147-A177-3AD203B41FA5}">
                      <a16:colId xmlns:a16="http://schemas.microsoft.com/office/drawing/2014/main" val="3004247562"/>
                    </a:ext>
                  </a:extLst>
                </a:gridCol>
              </a:tblGrid>
              <a:tr h="180975">
                <a:tc>
                  <a:txBody>
                    <a:bodyPr/>
                    <a:lstStyle/>
                    <a:p>
                      <a:pPr algn="ctr" fontAlgn="b"/>
                      <a:r>
                        <a:rPr lang="en-US" sz="1100" b="1" i="0" u="none" strike="noStrike">
                          <a:solidFill>
                            <a:srgbClr val="000000"/>
                          </a:solidFill>
                          <a:effectLst/>
                          <a:latin typeface="Aptos Narrow" panose="020B0004020202020204" pitchFamily="34" charset="0"/>
                        </a:rPr>
                        <a:t>Feature_1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Feature_2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Target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1098637"/>
                  </a:ext>
                </a:extLst>
              </a:tr>
              <a:tr h="180975">
                <a:tc>
                  <a:txBody>
                    <a:bodyPr/>
                    <a:lstStyle/>
                    <a:p>
                      <a:pPr algn="l" fontAlgn="b"/>
                      <a:r>
                        <a:rPr lang="en-US" sz="1100" b="0" i="0" u="none" strike="noStrike">
                          <a:solidFill>
                            <a:srgbClr val="A6A6A6"/>
                          </a:solidFill>
                          <a:effectLst/>
                          <a:latin typeface="Aptos Narrow" panose="020B0004020202020204" pitchFamily="34" charset="0"/>
                        </a:rPr>
                        <a:t>NAN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A6A6A6"/>
                          </a:solidFill>
                          <a:effectLst/>
                          <a:latin typeface="Aptos Narrow" panose="020B0004020202020204" pitchFamily="34" charset="0"/>
                        </a:rPr>
                        <a:t>NAN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A6A6A6"/>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718373"/>
                  </a:ext>
                </a:extLst>
              </a:tr>
              <a:tr h="180975">
                <a:tc>
                  <a:txBody>
                    <a:bodyPr/>
                    <a:lstStyle/>
                    <a:p>
                      <a:pPr algn="l" fontAlgn="b"/>
                      <a:r>
                        <a:rPr lang="en-US" sz="1100" b="0" i="0" u="none" strike="noStrike">
                          <a:solidFill>
                            <a:srgbClr val="A6A6A6"/>
                          </a:solidFill>
                          <a:effectLst/>
                          <a:latin typeface="Aptos Narrow" panose="020B0004020202020204" pitchFamily="34" charset="0"/>
                        </a:rPr>
                        <a:t>NAN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A6A6A6"/>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A6A6A6"/>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8253869"/>
                  </a:ext>
                </a:extLst>
              </a:tr>
              <a:tr h="180975">
                <a:tc>
                  <a:txBody>
                    <a:bodyPr/>
                    <a:lstStyle/>
                    <a:p>
                      <a:pPr algn="r" fontAlgn="b"/>
                      <a:r>
                        <a:rPr lang="en-US" sz="1100" b="0" i="0" u="none" strike="noStrike">
                          <a:solidFill>
                            <a:srgbClr val="000000"/>
                          </a:solidFill>
                          <a:effectLst/>
                          <a:latin typeface="Aptos Narrow" panose="020B0004020202020204" pitchFamily="34" charset="0"/>
                        </a:rPr>
                        <a:t>1.72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1216967"/>
                  </a:ext>
                </a:extLst>
              </a:tr>
              <a:tr h="180975">
                <a:tc>
                  <a:txBody>
                    <a:bodyPr/>
                    <a:lstStyle/>
                    <a:p>
                      <a:pPr algn="r" fontAlgn="b"/>
                      <a:r>
                        <a:rPr lang="en-US" sz="1100" b="0" i="0" u="none" strike="noStrike">
                          <a:solidFill>
                            <a:srgbClr val="000000"/>
                          </a:solidFill>
                          <a:effectLst/>
                          <a:latin typeface="Aptos Narrow" panose="020B0004020202020204" pitchFamily="34" charset="0"/>
                        </a:rPr>
                        <a:t>1.25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326861"/>
                  </a:ext>
                </a:extLst>
              </a:tr>
              <a:tr h="180975">
                <a:tc>
                  <a:txBody>
                    <a:bodyPr/>
                    <a:lstStyle/>
                    <a:p>
                      <a:pPr algn="r" fontAlgn="b"/>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4517562"/>
                  </a:ext>
                </a:extLst>
              </a:tr>
              <a:tr h="180975">
                <a:tc>
                  <a:txBody>
                    <a:bodyPr/>
                    <a:lstStyle/>
                    <a:p>
                      <a:pPr algn="r" fontAlgn="b"/>
                      <a:r>
                        <a:rPr lang="en-US" sz="1100" b="0" i="0" u="none" strike="noStrike">
                          <a:solidFill>
                            <a:srgbClr val="000000"/>
                          </a:solidFill>
                          <a:effectLst/>
                          <a:latin typeface="Aptos Narrow" panose="020B0004020202020204" pitchFamily="34" charset="0"/>
                        </a:rPr>
                        <a:t>1.18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131042"/>
                  </a:ext>
                </a:extLst>
              </a:tr>
              <a:tr h="180975">
                <a:tc>
                  <a:txBody>
                    <a:bodyPr/>
                    <a:lstStyle/>
                    <a:p>
                      <a:pPr algn="r" fontAlgn="b"/>
                      <a:r>
                        <a:rPr lang="en-US" sz="1100" b="0" i="0" u="none" strike="noStrike">
                          <a:solidFill>
                            <a:srgbClr val="000000"/>
                          </a:solidFill>
                          <a:effectLst/>
                          <a:latin typeface="Aptos Narrow" panose="020B0004020202020204" pitchFamily="34" charset="0"/>
                        </a:rPr>
                        <a:t>0.95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7656556"/>
                  </a:ext>
                </a:extLst>
              </a:tr>
              <a:tr h="180975">
                <a:tc>
                  <a:txBody>
                    <a:bodyPr/>
                    <a:lstStyle/>
                    <a:p>
                      <a:pPr algn="r" fontAlgn="b"/>
                      <a:r>
                        <a:rPr lang="en-US" sz="1100" b="0" i="0" u="none" strike="noStrike">
                          <a:solidFill>
                            <a:srgbClr val="000000"/>
                          </a:solidFill>
                          <a:effectLst/>
                          <a:latin typeface="Aptos Narrow" panose="020B0004020202020204" pitchFamily="34" charset="0"/>
                        </a:rPr>
                        <a:t>0.54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0851594"/>
                  </a:ext>
                </a:extLst>
              </a:tr>
              <a:tr h="180975">
                <a:tc>
                  <a:txBody>
                    <a:bodyPr/>
                    <a:lstStyle/>
                    <a:p>
                      <a:pPr algn="r" fontAlgn="b"/>
                      <a:r>
                        <a:rPr lang="en-US" sz="1100" b="0" i="0" u="none" strike="noStrike">
                          <a:solidFill>
                            <a:srgbClr val="000000"/>
                          </a:solidFill>
                          <a:effectLst/>
                          <a:latin typeface="Aptos Narrow" panose="020B0004020202020204" pitchFamily="34" charset="0"/>
                        </a:rPr>
                        <a:t>0.37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5494819"/>
                  </a:ext>
                </a:extLst>
              </a:tr>
              <a:tr h="180975">
                <a:tc>
                  <a:txBody>
                    <a:bodyPr/>
                    <a:lstStyle/>
                    <a:p>
                      <a:pPr algn="r" fontAlgn="b"/>
                      <a:r>
                        <a:rPr lang="en-US" sz="1100" b="0" i="0" u="none" strike="noStrike">
                          <a:solidFill>
                            <a:srgbClr val="000000"/>
                          </a:solidFill>
                          <a:effectLst/>
                          <a:latin typeface="Aptos Narrow" panose="020B0004020202020204" pitchFamily="34" charset="0"/>
                        </a:rPr>
                        <a:t>0.09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9939441"/>
                  </a:ext>
                </a:extLst>
              </a:tr>
              <a:tr h="180975">
                <a:tc>
                  <a:txBody>
                    <a:bodyPr/>
                    <a:lstStyle/>
                    <a:p>
                      <a:pPr algn="r" fontAlgn="b"/>
                      <a:r>
                        <a:rPr lang="en-US" sz="1100" b="0" i="0" u="none" strike="noStrike">
                          <a:solidFill>
                            <a:srgbClr val="000000"/>
                          </a:solidFill>
                          <a:effectLst/>
                          <a:latin typeface="Aptos Narrow" panose="020B0004020202020204" pitchFamily="34" charset="0"/>
                        </a:rPr>
                        <a:t>0.57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8787098"/>
                  </a:ext>
                </a:extLst>
              </a:tr>
              <a:tr h="180975">
                <a:tc>
                  <a:txBody>
                    <a:bodyPr/>
                    <a:lstStyle/>
                    <a:p>
                      <a:pPr algn="r" fontAlgn="b"/>
                      <a:r>
                        <a:rPr lang="en-US" sz="1100" b="0" i="0" u="none" strike="noStrike">
                          <a:solidFill>
                            <a:srgbClr val="000000"/>
                          </a:solidFill>
                          <a:effectLst/>
                          <a:latin typeface="Aptos Narrow" panose="020B0004020202020204" pitchFamily="34" charset="0"/>
                        </a:rPr>
                        <a:t>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0425094"/>
                  </a:ext>
                </a:extLst>
              </a:tr>
              <a:tr h="180975">
                <a:tc>
                  <a:txBody>
                    <a:bodyPr/>
                    <a:lstStyle/>
                    <a:p>
                      <a:pPr algn="r" fontAlgn="b"/>
                      <a:r>
                        <a:rPr lang="en-US" sz="1100" b="0" i="0" u="none" strike="noStrike">
                          <a:solidFill>
                            <a:srgbClr val="000000"/>
                          </a:solidFill>
                          <a:effectLst/>
                          <a:latin typeface="Aptos Narrow" panose="020B0004020202020204" pitchFamily="34" charset="0"/>
                        </a:rPr>
                        <a:t>0.49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336359"/>
                  </a:ext>
                </a:extLst>
              </a:tr>
              <a:tr h="180975">
                <a:tc>
                  <a:txBody>
                    <a:bodyPr/>
                    <a:lstStyle/>
                    <a:p>
                      <a:pPr algn="r" fontAlgn="b"/>
                      <a:r>
                        <a:rPr lang="en-US" sz="1100" b="0" i="0" u="none" strike="noStrike">
                          <a:solidFill>
                            <a:srgbClr val="000000"/>
                          </a:solidFill>
                          <a:effectLst/>
                          <a:latin typeface="Aptos Narrow" panose="020B0004020202020204" pitchFamily="34" charset="0"/>
                        </a:rPr>
                        <a:t>0.46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panose="020B0004020202020204" pitchFamily="34" charset="0"/>
                        </a:rPr>
                        <a:t>0.27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dirty="0">
                          <a:solidFill>
                            <a:srgbClr val="000000"/>
                          </a:solidFill>
                          <a:effectLst/>
                          <a:latin typeface="Aptos Narrow" panose="020B0004020202020204" pitchFamily="34" charset="0"/>
                        </a:rPr>
                        <a:t>0.75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0744209"/>
                  </a:ext>
                </a:extLst>
              </a:tr>
            </a:tbl>
          </a:graphicData>
        </a:graphic>
      </p:graphicFrame>
      <p:sp>
        <p:nvSpPr>
          <p:cNvPr id="15" name="TextBox 14">
            <a:extLst>
              <a:ext uri="{FF2B5EF4-FFF2-40B4-BE49-F238E27FC236}">
                <a16:creationId xmlns:a16="http://schemas.microsoft.com/office/drawing/2014/main" id="{E4EDB08C-C785-1858-24D8-937D1CF4BFF1}"/>
              </a:ext>
            </a:extLst>
          </p:cNvPr>
          <p:cNvSpPr txBox="1"/>
          <p:nvPr/>
        </p:nvSpPr>
        <p:spPr>
          <a:xfrm>
            <a:off x="8667636" y="3350975"/>
            <a:ext cx="343364" cy="369332"/>
          </a:xfrm>
          <a:prstGeom prst="rect">
            <a:avLst/>
          </a:prstGeom>
          <a:noFill/>
        </p:spPr>
        <p:txBody>
          <a:bodyPr wrap="none" rtlCol="0">
            <a:spAutoFit/>
          </a:bodyPr>
          <a:lstStyle/>
          <a:p>
            <a:r>
              <a:rPr lang="en-US" dirty="0"/>
              <a:t>…</a:t>
            </a:r>
          </a:p>
        </p:txBody>
      </p:sp>
      <p:sp>
        <p:nvSpPr>
          <p:cNvPr id="5" name="TextBox 4">
            <a:extLst>
              <a:ext uri="{FF2B5EF4-FFF2-40B4-BE49-F238E27FC236}">
                <a16:creationId xmlns:a16="http://schemas.microsoft.com/office/drawing/2014/main" id="{04058595-8333-96DA-BEDC-0228F3930978}"/>
              </a:ext>
            </a:extLst>
          </p:cNvPr>
          <p:cNvSpPr txBox="1"/>
          <p:nvPr/>
        </p:nvSpPr>
        <p:spPr>
          <a:xfrm>
            <a:off x="5916565" y="5245918"/>
            <a:ext cx="1548822" cy="307777"/>
          </a:xfrm>
          <a:prstGeom prst="rect">
            <a:avLst/>
          </a:prstGeom>
          <a:noFill/>
        </p:spPr>
        <p:txBody>
          <a:bodyPr wrap="none" rtlCol="0">
            <a:spAutoFit/>
          </a:bodyPr>
          <a:lstStyle/>
          <a:p>
            <a:r>
              <a:rPr lang="en-US" sz="1400" dirty="0"/>
              <a:t>Sliding window = 2</a:t>
            </a:r>
          </a:p>
        </p:txBody>
      </p:sp>
    </p:spTree>
    <p:extLst>
      <p:ext uri="{BB962C8B-B14F-4D97-AF65-F5344CB8AC3E}">
        <p14:creationId xmlns:p14="http://schemas.microsoft.com/office/powerpoint/2010/main" val="676003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09469B-CBE8-A238-4820-FEAFAE051828}"/>
              </a:ext>
            </a:extLst>
          </p:cNvPr>
          <p:cNvSpPr>
            <a:spLocks noGrp="1"/>
          </p:cNvSpPr>
          <p:nvPr>
            <p:ph type="body" sz="quarter" idx="11"/>
          </p:nvPr>
        </p:nvSpPr>
        <p:spPr/>
        <p:txBody>
          <a:bodyPr/>
          <a:lstStyle/>
          <a:p>
            <a:r>
              <a:rPr lang="en-US" dirty="0"/>
              <a:t>Multi-Layer Perceptron</a:t>
            </a:r>
          </a:p>
        </p:txBody>
      </p:sp>
      <p:sp>
        <p:nvSpPr>
          <p:cNvPr id="3" name="Text Placeholder 2">
            <a:extLst>
              <a:ext uri="{FF2B5EF4-FFF2-40B4-BE49-F238E27FC236}">
                <a16:creationId xmlns:a16="http://schemas.microsoft.com/office/drawing/2014/main" id="{EFDB399E-DCB3-A133-58B1-BC3625C5D887}"/>
              </a:ext>
            </a:extLst>
          </p:cNvPr>
          <p:cNvSpPr>
            <a:spLocks noGrp="1"/>
          </p:cNvSpPr>
          <p:nvPr>
            <p:ph type="body" sz="quarter" idx="14"/>
          </p:nvPr>
        </p:nvSpPr>
        <p:spPr/>
        <p:txBody>
          <a:bodyPr/>
          <a:lstStyle/>
          <a:p>
            <a:endParaRPr lang="en-US"/>
          </a:p>
        </p:txBody>
      </p:sp>
      <p:sp>
        <p:nvSpPr>
          <p:cNvPr id="6" name="Oval 5">
            <a:extLst>
              <a:ext uri="{FF2B5EF4-FFF2-40B4-BE49-F238E27FC236}">
                <a16:creationId xmlns:a16="http://schemas.microsoft.com/office/drawing/2014/main" id="{C03BF8E5-E22E-70E8-B0CA-3057F2B4BE4E}"/>
              </a:ext>
            </a:extLst>
          </p:cNvPr>
          <p:cNvSpPr/>
          <p:nvPr/>
        </p:nvSpPr>
        <p:spPr>
          <a:xfrm>
            <a:off x="1489322" y="2431099"/>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C057D97-1D15-A97E-021F-610F35D1DE6C}"/>
              </a:ext>
            </a:extLst>
          </p:cNvPr>
          <p:cNvSpPr/>
          <p:nvPr/>
        </p:nvSpPr>
        <p:spPr>
          <a:xfrm>
            <a:off x="1489322" y="3218651"/>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E804EC6-4B8C-2D5F-536B-B7986030AAF9}"/>
              </a:ext>
            </a:extLst>
          </p:cNvPr>
          <p:cNvSpPr/>
          <p:nvPr/>
        </p:nvSpPr>
        <p:spPr>
          <a:xfrm>
            <a:off x="1489322" y="4006203"/>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3E815A-DD4B-A8A6-EB14-F2EC6706AC54}"/>
              </a:ext>
            </a:extLst>
          </p:cNvPr>
          <p:cNvSpPr/>
          <p:nvPr/>
        </p:nvSpPr>
        <p:spPr>
          <a:xfrm>
            <a:off x="2649204" y="2431099"/>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7FC2B43-FA97-ED27-A53D-961A95F4F845}"/>
              </a:ext>
            </a:extLst>
          </p:cNvPr>
          <p:cNvSpPr/>
          <p:nvPr/>
        </p:nvSpPr>
        <p:spPr>
          <a:xfrm>
            <a:off x="2649204" y="3218651"/>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5E2CE03-29A8-812F-C6AE-F04BF2F70AE8}"/>
              </a:ext>
            </a:extLst>
          </p:cNvPr>
          <p:cNvSpPr/>
          <p:nvPr/>
        </p:nvSpPr>
        <p:spPr>
          <a:xfrm>
            <a:off x="2649204" y="4006203"/>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F2F93C7-7026-0394-7A35-ADE0B44E50F8}"/>
              </a:ext>
            </a:extLst>
          </p:cNvPr>
          <p:cNvSpPr/>
          <p:nvPr/>
        </p:nvSpPr>
        <p:spPr>
          <a:xfrm>
            <a:off x="3809086" y="3218651"/>
            <a:ext cx="301150" cy="3017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BE7434-2FD5-7D76-0D33-6592717E2647}"/>
                  </a:ext>
                </a:extLst>
              </p:cNvPr>
              <p:cNvSpPr txBox="1"/>
              <p:nvPr/>
            </p:nvSpPr>
            <p:spPr>
              <a:xfrm>
                <a:off x="823178" y="3918955"/>
                <a:ext cx="6802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𝑛</m:t>
                          </m:r>
                        </m:sub>
                      </m:sSub>
                    </m:oMath>
                  </m:oMathPara>
                </a14:m>
                <a:endParaRPr lang="en-US" dirty="0"/>
              </a:p>
            </p:txBody>
          </p:sp>
        </mc:Choice>
        <mc:Fallback xmlns="">
          <p:sp>
            <p:nvSpPr>
              <p:cNvPr id="13" name="TextBox 12">
                <a:extLst>
                  <a:ext uri="{FF2B5EF4-FFF2-40B4-BE49-F238E27FC236}">
                    <a16:creationId xmlns:a16="http://schemas.microsoft.com/office/drawing/2014/main" id="{A5BE7434-2FD5-7D76-0D33-6592717E2647}"/>
                  </a:ext>
                </a:extLst>
              </p:cNvPr>
              <p:cNvSpPr txBox="1">
                <a:spLocks noRot="1" noChangeAspect="1" noMove="1" noResize="1" noEditPoints="1" noAdjustHandles="1" noChangeArrowheads="1" noChangeShapeType="1" noTextEdit="1"/>
              </p:cNvSpPr>
              <p:nvPr/>
            </p:nvSpPr>
            <p:spPr>
              <a:xfrm>
                <a:off x="823178" y="3918955"/>
                <a:ext cx="68025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D81183B-12CE-7C3E-387D-99F89F1CD057}"/>
                  </a:ext>
                </a:extLst>
              </p:cNvPr>
              <p:cNvSpPr txBox="1"/>
              <p:nvPr/>
            </p:nvSpPr>
            <p:spPr>
              <a:xfrm>
                <a:off x="823178" y="3091021"/>
                <a:ext cx="6661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−2</m:t>
                          </m:r>
                        </m:sub>
                      </m:sSub>
                    </m:oMath>
                  </m:oMathPara>
                </a14:m>
                <a:endParaRPr lang="en-US" dirty="0"/>
              </a:p>
            </p:txBody>
          </p:sp>
        </mc:Choice>
        <mc:Fallback xmlns="">
          <p:sp>
            <p:nvSpPr>
              <p:cNvPr id="14" name="TextBox 13">
                <a:extLst>
                  <a:ext uri="{FF2B5EF4-FFF2-40B4-BE49-F238E27FC236}">
                    <a16:creationId xmlns:a16="http://schemas.microsoft.com/office/drawing/2014/main" id="{1D81183B-12CE-7C3E-387D-99F89F1CD057}"/>
                  </a:ext>
                </a:extLst>
              </p:cNvPr>
              <p:cNvSpPr txBox="1">
                <a:spLocks noRot="1" noChangeAspect="1" noMove="1" noResize="1" noEditPoints="1" noAdjustHandles="1" noChangeArrowheads="1" noChangeShapeType="1" noTextEdit="1"/>
              </p:cNvSpPr>
              <p:nvPr/>
            </p:nvSpPr>
            <p:spPr>
              <a:xfrm>
                <a:off x="823178" y="3091021"/>
                <a:ext cx="666144"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F2E616B-08B1-C416-13EA-439E0C5DCFCF}"/>
                  </a:ext>
                </a:extLst>
              </p:cNvPr>
              <p:cNvSpPr txBox="1"/>
              <p:nvPr/>
            </p:nvSpPr>
            <p:spPr>
              <a:xfrm>
                <a:off x="823178" y="2435352"/>
                <a:ext cx="6661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CF2E616B-08B1-C416-13EA-439E0C5DCFCF}"/>
                  </a:ext>
                </a:extLst>
              </p:cNvPr>
              <p:cNvSpPr txBox="1">
                <a:spLocks noRot="1" noChangeAspect="1" noMove="1" noResize="1" noEditPoints="1" noAdjustHandles="1" noChangeArrowheads="1" noChangeShapeType="1" noTextEdit="1"/>
              </p:cNvSpPr>
              <p:nvPr/>
            </p:nvSpPr>
            <p:spPr>
              <a:xfrm>
                <a:off x="823178" y="2435352"/>
                <a:ext cx="66614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A26D310-2D1F-BDAC-8269-9E4B6510182D}"/>
                  </a:ext>
                </a:extLst>
              </p:cNvPr>
              <p:cNvSpPr txBox="1"/>
              <p:nvPr/>
            </p:nvSpPr>
            <p:spPr>
              <a:xfrm>
                <a:off x="830002" y="3523435"/>
                <a:ext cx="4106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DA26D310-2D1F-BDAC-8269-9E4B6510182D}"/>
                  </a:ext>
                </a:extLst>
              </p:cNvPr>
              <p:cNvSpPr txBox="1">
                <a:spLocks noRot="1" noChangeAspect="1" noMove="1" noResize="1" noEditPoints="1" noAdjustHandles="1" noChangeArrowheads="1" noChangeShapeType="1" noTextEdit="1"/>
              </p:cNvSpPr>
              <p:nvPr/>
            </p:nvSpPr>
            <p:spPr>
              <a:xfrm>
                <a:off x="830002" y="3523435"/>
                <a:ext cx="410689" cy="369332"/>
              </a:xfrm>
              <a:prstGeom prst="rect">
                <a:avLst/>
              </a:prstGeom>
              <a:blipFill>
                <a:blip r:embed="rId5"/>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68865470-B18F-CAC7-4EC5-651CF6D2E1DF}"/>
              </a:ext>
            </a:extLst>
          </p:cNvPr>
          <p:cNvCxnSpPr>
            <a:stCxn id="6" idx="6"/>
            <a:endCxn id="9" idx="2"/>
          </p:cNvCxnSpPr>
          <p:nvPr/>
        </p:nvCxnSpPr>
        <p:spPr>
          <a:xfrm>
            <a:off x="1790472" y="2581975"/>
            <a:ext cx="858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AAED0D-DC5F-8EE5-5F28-C8BDA6275455}"/>
              </a:ext>
            </a:extLst>
          </p:cNvPr>
          <p:cNvCxnSpPr>
            <a:cxnSpLocks/>
            <a:stCxn id="6" idx="6"/>
            <a:endCxn id="10" idx="2"/>
          </p:cNvCxnSpPr>
          <p:nvPr/>
        </p:nvCxnSpPr>
        <p:spPr>
          <a:xfrm>
            <a:off x="1790472" y="2581975"/>
            <a:ext cx="858732" cy="787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34F89DD-3B46-2EA2-C304-81F6D1416BCD}"/>
              </a:ext>
            </a:extLst>
          </p:cNvPr>
          <p:cNvCxnSpPr>
            <a:cxnSpLocks/>
            <a:stCxn id="6" idx="6"/>
            <a:endCxn id="11" idx="2"/>
          </p:cNvCxnSpPr>
          <p:nvPr/>
        </p:nvCxnSpPr>
        <p:spPr>
          <a:xfrm>
            <a:off x="1790472" y="2581975"/>
            <a:ext cx="858732" cy="1575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05EA386-3F4D-D2AA-C6A5-87CE412ACCEA}"/>
              </a:ext>
            </a:extLst>
          </p:cNvPr>
          <p:cNvCxnSpPr>
            <a:cxnSpLocks/>
            <a:stCxn id="7" idx="6"/>
            <a:endCxn id="9" idx="2"/>
          </p:cNvCxnSpPr>
          <p:nvPr/>
        </p:nvCxnSpPr>
        <p:spPr>
          <a:xfrm flipV="1">
            <a:off x="1790472" y="2581975"/>
            <a:ext cx="858732" cy="787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11C0B15-7752-10BA-1706-632DBB09D38F}"/>
              </a:ext>
            </a:extLst>
          </p:cNvPr>
          <p:cNvCxnSpPr>
            <a:cxnSpLocks/>
            <a:stCxn id="7" idx="6"/>
            <a:endCxn id="10" idx="2"/>
          </p:cNvCxnSpPr>
          <p:nvPr/>
        </p:nvCxnSpPr>
        <p:spPr>
          <a:xfrm>
            <a:off x="1790472" y="3369527"/>
            <a:ext cx="858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A2ED619-F145-F0E4-B88D-33AF0084380C}"/>
              </a:ext>
            </a:extLst>
          </p:cNvPr>
          <p:cNvCxnSpPr>
            <a:cxnSpLocks/>
            <a:stCxn id="8" idx="6"/>
            <a:endCxn id="10" idx="2"/>
          </p:cNvCxnSpPr>
          <p:nvPr/>
        </p:nvCxnSpPr>
        <p:spPr>
          <a:xfrm flipV="1">
            <a:off x="1790472" y="3369527"/>
            <a:ext cx="858732" cy="787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C58CD-A0EC-56BD-C3E7-9BEC72B9C669}"/>
              </a:ext>
            </a:extLst>
          </p:cNvPr>
          <p:cNvCxnSpPr>
            <a:cxnSpLocks/>
            <a:stCxn id="7" idx="6"/>
            <a:endCxn id="11" idx="2"/>
          </p:cNvCxnSpPr>
          <p:nvPr/>
        </p:nvCxnSpPr>
        <p:spPr>
          <a:xfrm>
            <a:off x="1790472" y="3369527"/>
            <a:ext cx="858732" cy="787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1DEEEBA-A2F5-515D-AC75-E0424547B19F}"/>
              </a:ext>
            </a:extLst>
          </p:cNvPr>
          <p:cNvCxnSpPr>
            <a:cxnSpLocks/>
            <a:stCxn id="8" idx="6"/>
            <a:endCxn id="11" idx="2"/>
          </p:cNvCxnSpPr>
          <p:nvPr/>
        </p:nvCxnSpPr>
        <p:spPr>
          <a:xfrm>
            <a:off x="1790472" y="4157079"/>
            <a:ext cx="858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07F0FAF-8946-2D84-F36F-AE45C2E5897E}"/>
              </a:ext>
            </a:extLst>
          </p:cNvPr>
          <p:cNvCxnSpPr>
            <a:cxnSpLocks/>
            <a:stCxn id="9" idx="6"/>
            <a:endCxn id="12" idx="2"/>
          </p:cNvCxnSpPr>
          <p:nvPr/>
        </p:nvCxnSpPr>
        <p:spPr>
          <a:xfrm>
            <a:off x="2950354" y="2581975"/>
            <a:ext cx="858732" cy="787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07C70E9-70DF-BF3C-7085-DC8CBAE0E061}"/>
              </a:ext>
            </a:extLst>
          </p:cNvPr>
          <p:cNvCxnSpPr>
            <a:cxnSpLocks/>
            <a:stCxn id="10" idx="6"/>
            <a:endCxn id="12" idx="2"/>
          </p:cNvCxnSpPr>
          <p:nvPr/>
        </p:nvCxnSpPr>
        <p:spPr>
          <a:xfrm>
            <a:off x="2950354" y="3369527"/>
            <a:ext cx="858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CC80CAE-2FCF-AFAF-42A2-3354D0499202}"/>
              </a:ext>
            </a:extLst>
          </p:cNvPr>
          <p:cNvCxnSpPr>
            <a:cxnSpLocks/>
            <a:stCxn id="11" idx="6"/>
            <a:endCxn id="12" idx="2"/>
          </p:cNvCxnSpPr>
          <p:nvPr/>
        </p:nvCxnSpPr>
        <p:spPr>
          <a:xfrm flipV="1">
            <a:off x="2950354" y="3369527"/>
            <a:ext cx="858732" cy="787552"/>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05EF97A-E55C-0C88-B33C-93A41838EBC3}"/>
              </a:ext>
            </a:extLst>
          </p:cNvPr>
          <p:cNvSpPr/>
          <p:nvPr/>
        </p:nvSpPr>
        <p:spPr>
          <a:xfrm>
            <a:off x="2370869" y="2162802"/>
            <a:ext cx="858732" cy="25460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F7B0171-A974-EFCC-C4A7-BC7009B646E7}"/>
              </a:ext>
            </a:extLst>
          </p:cNvPr>
          <p:cNvSpPr txBox="1"/>
          <p:nvPr/>
        </p:nvSpPr>
        <p:spPr>
          <a:xfrm>
            <a:off x="2405464" y="4800121"/>
            <a:ext cx="858732" cy="646331"/>
          </a:xfrm>
          <a:prstGeom prst="rect">
            <a:avLst/>
          </a:prstGeom>
          <a:noFill/>
        </p:spPr>
        <p:txBody>
          <a:bodyPr wrap="square" rtlCol="0">
            <a:spAutoFit/>
          </a:bodyPr>
          <a:lstStyle/>
          <a:p>
            <a:r>
              <a:rPr lang="en-US" i="1" dirty="0"/>
              <a:t>Hidden layers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46C7556-6F43-2648-EF33-38997BA80193}"/>
                  </a:ext>
                </a:extLst>
              </p:cNvPr>
              <p:cNvSpPr txBox="1"/>
              <p:nvPr/>
            </p:nvSpPr>
            <p:spPr>
              <a:xfrm>
                <a:off x="4161037" y="3091021"/>
                <a:ext cx="4465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𝑡</m:t>
                          </m:r>
                        </m:sub>
                      </m:sSub>
                    </m:oMath>
                  </m:oMathPara>
                </a14:m>
                <a:endParaRPr lang="en-US" dirty="0"/>
              </a:p>
            </p:txBody>
          </p:sp>
        </mc:Choice>
        <mc:Fallback>
          <p:sp>
            <p:nvSpPr>
              <p:cNvPr id="4" name="TextBox 3">
                <a:extLst>
                  <a:ext uri="{FF2B5EF4-FFF2-40B4-BE49-F238E27FC236}">
                    <a16:creationId xmlns:a16="http://schemas.microsoft.com/office/drawing/2014/main" id="{546C7556-6F43-2648-EF33-38997BA80193}"/>
                  </a:ext>
                </a:extLst>
              </p:cNvPr>
              <p:cNvSpPr txBox="1">
                <a:spLocks noRot="1" noChangeAspect="1" noMove="1" noResize="1" noEditPoints="1" noAdjustHandles="1" noChangeArrowheads="1" noChangeShapeType="1" noTextEdit="1"/>
              </p:cNvSpPr>
              <p:nvPr/>
            </p:nvSpPr>
            <p:spPr>
              <a:xfrm>
                <a:off x="4161037" y="3091021"/>
                <a:ext cx="446532" cy="369332"/>
              </a:xfrm>
              <a:prstGeom prst="rect">
                <a:avLst/>
              </a:prstGeom>
              <a:blipFill>
                <a:blip r:embed="rId6"/>
                <a:stretch>
                  <a:fillRect t="-6557" r="-12329"/>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28CC06D8-DF3B-9121-4907-83318510542C}"/>
              </a:ext>
            </a:extLst>
          </p:cNvPr>
          <p:cNvPicPr>
            <a:picLocks noChangeAspect="1"/>
          </p:cNvPicPr>
          <p:nvPr/>
        </p:nvPicPr>
        <p:blipFill>
          <a:blip r:embed="rId7"/>
          <a:stretch>
            <a:fillRect/>
          </a:stretch>
        </p:blipFill>
        <p:spPr>
          <a:xfrm>
            <a:off x="4893376" y="1756857"/>
            <a:ext cx="2838117" cy="2249346"/>
          </a:xfrm>
          <a:prstGeom prst="rect">
            <a:avLst/>
          </a:prstGeom>
        </p:spPr>
      </p:pic>
      <p:sp>
        <p:nvSpPr>
          <p:cNvPr id="20" name="Rectangle 1">
            <a:extLst>
              <a:ext uri="{FF2B5EF4-FFF2-40B4-BE49-F238E27FC236}">
                <a16:creationId xmlns:a16="http://schemas.microsoft.com/office/drawing/2014/main" id="{00425AD6-D9AF-944A-0626-F40F56C0DE7B}"/>
              </a:ext>
            </a:extLst>
          </p:cNvPr>
          <p:cNvSpPr>
            <a:spLocks noChangeArrowheads="1"/>
          </p:cNvSpPr>
          <p:nvPr/>
        </p:nvSpPr>
        <p:spPr bwMode="auto">
          <a:xfrm>
            <a:off x="4893375" y="4260272"/>
            <a:ext cx="5967275" cy="7848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n_steps</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 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model = </a:t>
            </a: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tf.keras.Sequential</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model.add</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tf.keras.layers.Dense</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1750EB"/>
                </a:solidFill>
                <a:effectLst/>
                <a:latin typeface="Courier New" panose="02070309020205020404" pitchFamily="49" charset="0"/>
                <a:cs typeface="Courier New" panose="02070309020205020404" pitchFamily="49" charset="0"/>
              </a:rPr>
              <a:t>100</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900" b="0" i="0" u="none" strike="noStrike" cap="none" normalizeH="0" baseline="0" dirty="0">
                <a:ln>
                  <a:noFill/>
                </a:ln>
                <a:solidFill>
                  <a:srgbClr val="660099"/>
                </a:solidFill>
                <a:effectLst/>
                <a:latin typeface="Courier New" panose="02070309020205020404" pitchFamily="49" charset="0"/>
                <a:cs typeface="Courier New" panose="02070309020205020404" pitchFamily="49" charset="0"/>
              </a:rPr>
              <a:t>activation</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relu</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900" b="0" i="0" u="none" strike="noStrike" cap="none" normalizeH="0" baseline="0" dirty="0" err="1">
                <a:ln>
                  <a:noFill/>
                </a:ln>
                <a:solidFill>
                  <a:srgbClr val="660099"/>
                </a:solidFill>
                <a:effectLst/>
                <a:latin typeface="Courier New" panose="02070309020205020404" pitchFamily="49" charset="0"/>
                <a:cs typeface="Courier New" panose="02070309020205020404" pitchFamily="49" charset="0"/>
              </a:rPr>
              <a:t>input_dim</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n_steps</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model.add</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tf.keras.layers.Dense</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1750EB"/>
                </a:solidFill>
                <a:effectLst/>
                <a:latin typeface="Courier New" panose="02070309020205020404" pitchFamily="49" charset="0"/>
                <a:cs typeface="Courier New" panose="02070309020205020404" pitchFamily="49" charset="0"/>
              </a:rPr>
              <a:t>1</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model.compile</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660099"/>
                </a:solidFill>
                <a:effectLst/>
                <a:latin typeface="Courier New" panose="02070309020205020404" pitchFamily="49" charset="0"/>
                <a:cs typeface="Courier New" panose="02070309020205020404" pitchFamily="49" charset="0"/>
              </a:rPr>
              <a:t>optimizer</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adam</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900" b="0" i="0" u="none" strike="noStrike" cap="none" normalizeH="0" baseline="0" dirty="0">
                <a:ln>
                  <a:noFill/>
                </a:ln>
                <a:solidFill>
                  <a:srgbClr val="660099"/>
                </a:solidFill>
                <a:effectLst/>
                <a:latin typeface="Courier New" panose="02070309020205020404" pitchFamily="49" charset="0"/>
                <a:cs typeface="Courier New" panose="02070309020205020404" pitchFamily="49" charset="0"/>
              </a:rPr>
              <a:t>loss</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mse</a:t>
            </a:r>
            <a:r>
              <a:rPr kumimoji="0" lang="en-US" altLang="en-US" sz="9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endPar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pic>
        <p:nvPicPr>
          <p:cNvPr id="23" name="Picture 22">
            <a:extLst>
              <a:ext uri="{FF2B5EF4-FFF2-40B4-BE49-F238E27FC236}">
                <a16:creationId xmlns:a16="http://schemas.microsoft.com/office/drawing/2014/main" id="{2A49B21A-3260-437D-42E9-A5624F6304EA}"/>
              </a:ext>
            </a:extLst>
          </p:cNvPr>
          <p:cNvPicPr>
            <a:picLocks noChangeAspect="1"/>
          </p:cNvPicPr>
          <p:nvPr/>
        </p:nvPicPr>
        <p:blipFill>
          <a:blip r:embed="rId8"/>
          <a:stretch>
            <a:fillRect/>
          </a:stretch>
        </p:blipFill>
        <p:spPr>
          <a:xfrm>
            <a:off x="7889465" y="1807314"/>
            <a:ext cx="2813213" cy="2198889"/>
          </a:xfrm>
          <a:prstGeom prst="rect">
            <a:avLst/>
          </a:prstGeom>
        </p:spPr>
      </p:pic>
    </p:spTree>
    <p:extLst>
      <p:ext uri="{BB962C8B-B14F-4D97-AF65-F5344CB8AC3E}">
        <p14:creationId xmlns:p14="http://schemas.microsoft.com/office/powerpoint/2010/main" val="1839969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533BF5-A3F1-9200-0751-F714F58F45A7}"/>
              </a:ext>
            </a:extLst>
          </p:cNvPr>
          <p:cNvSpPr>
            <a:spLocks noGrp="1"/>
          </p:cNvSpPr>
          <p:nvPr>
            <p:ph type="body" sz="quarter" idx="11"/>
          </p:nvPr>
        </p:nvSpPr>
        <p:spPr/>
        <p:txBody>
          <a:bodyPr/>
          <a:lstStyle/>
          <a:p>
            <a:r>
              <a:rPr lang="en-US" dirty="0"/>
              <a:t>Random Forest</a:t>
            </a:r>
          </a:p>
        </p:txBody>
      </p:sp>
      <p:sp>
        <p:nvSpPr>
          <p:cNvPr id="3" name="Text Placeholder 2">
            <a:extLst>
              <a:ext uri="{FF2B5EF4-FFF2-40B4-BE49-F238E27FC236}">
                <a16:creationId xmlns:a16="http://schemas.microsoft.com/office/drawing/2014/main" id="{7B1E06FC-5FC3-E6AC-9BD9-8B5DD1E33C95}"/>
              </a:ext>
            </a:extLst>
          </p:cNvPr>
          <p:cNvSpPr>
            <a:spLocks noGrp="1"/>
          </p:cNvSpPr>
          <p:nvPr>
            <p:ph type="body" sz="quarter" idx="14"/>
          </p:nvPr>
        </p:nvSpPr>
        <p:spPr/>
        <p:txBody>
          <a:bodyPr/>
          <a:lstStyle/>
          <a:p>
            <a:endParaRPr lang="en-US"/>
          </a:p>
        </p:txBody>
      </p:sp>
      <p:grpSp>
        <p:nvGrpSpPr>
          <p:cNvPr id="49" name="Group 48">
            <a:extLst>
              <a:ext uri="{FF2B5EF4-FFF2-40B4-BE49-F238E27FC236}">
                <a16:creationId xmlns:a16="http://schemas.microsoft.com/office/drawing/2014/main" id="{B97D1E77-731D-D0A6-AD75-B9B29F77ED57}"/>
              </a:ext>
            </a:extLst>
          </p:cNvPr>
          <p:cNvGrpSpPr/>
          <p:nvPr/>
        </p:nvGrpSpPr>
        <p:grpSpPr>
          <a:xfrm>
            <a:off x="400146" y="1784772"/>
            <a:ext cx="7097658" cy="4408569"/>
            <a:chOff x="232432" y="1631999"/>
            <a:chExt cx="7097658" cy="4408569"/>
          </a:xfrm>
        </p:grpSpPr>
        <p:grpSp>
          <p:nvGrpSpPr>
            <p:cNvPr id="47" name="Group 46">
              <a:extLst>
                <a:ext uri="{FF2B5EF4-FFF2-40B4-BE49-F238E27FC236}">
                  <a16:creationId xmlns:a16="http://schemas.microsoft.com/office/drawing/2014/main" id="{4E485106-43CB-C8AB-4B28-EA3AA082CA8E}"/>
                </a:ext>
              </a:extLst>
            </p:cNvPr>
            <p:cNvGrpSpPr/>
            <p:nvPr/>
          </p:nvGrpSpPr>
          <p:grpSpPr>
            <a:xfrm>
              <a:off x="232432" y="1631999"/>
              <a:ext cx="7097658" cy="4408569"/>
              <a:chOff x="232432" y="1631999"/>
              <a:chExt cx="7097658" cy="4408569"/>
            </a:xfrm>
          </p:grpSpPr>
          <p:sp>
            <p:nvSpPr>
              <p:cNvPr id="7" name="Rectangle 6">
                <a:extLst>
                  <a:ext uri="{FF2B5EF4-FFF2-40B4-BE49-F238E27FC236}">
                    <a16:creationId xmlns:a16="http://schemas.microsoft.com/office/drawing/2014/main" id="{4FCF1FBA-090D-84BC-7644-5993460B708C}"/>
                  </a:ext>
                </a:extLst>
              </p:cNvPr>
              <p:cNvSpPr/>
              <p:nvPr/>
            </p:nvSpPr>
            <p:spPr>
              <a:xfrm>
                <a:off x="1378527" y="1981200"/>
                <a:ext cx="796637" cy="263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81F07CA-8397-CAF5-2718-F397A382B011}"/>
                  </a:ext>
                </a:extLst>
              </p:cNvPr>
              <p:cNvSpPr/>
              <p:nvPr/>
            </p:nvSpPr>
            <p:spPr>
              <a:xfrm>
                <a:off x="734290" y="2549236"/>
                <a:ext cx="796637" cy="263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F44E512-2892-0D17-5B22-2B03A642E436}"/>
                  </a:ext>
                </a:extLst>
              </p:cNvPr>
              <p:cNvSpPr/>
              <p:nvPr/>
            </p:nvSpPr>
            <p:spPr>
              <a:xfrm>
                <a:off x="1953490" y="2535381"/>
                <a:ext cx="796637" cy="263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6A49F2-E3A0-0E7E-1F24-6A4E40413920}"/>
                  </a:ext>
                </a:extLst>
              </p:cNvPr>
              <p:cNvSpPr/>
              <p:nvPr/>
            </p:nvSpPr>
            <p:spPr>
              <a:xfrm>
                <a:off x="1295400" y="3165764"/>
                <a:ext cx="796637" cy="263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ABCB18-E24A-1540-0C05-487CD491CA6B}"/>
                  </a:ext>
                </a:extLst>
              </p:cNvPr>
              <p:cNvSpPr/>
              <p:nvPr/>
            </p:nvSpPr>
            <p:spPr>
              <a:xfrm>
                <a:off x="2486890" y="3165763"/>
                <a:ext cx="796637" cy="263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4FE9B30-B50A-A68E-BF98-B1E37B2CFB3B}"/>
                  </a:ext>
                </a:extLst>
              </p:cNvPr>
              <p:cNvCxnSpPr>
                <a:stCxn id="7" idx="2"/>
                <a:endCxn id="8" idx="0"/>
              </p:cNvCxnSpPr>
              <p:nvPr/>
            </p:nvCxnSpPr>
            <p:spPr>
              <a:xfrm flipH="1">
                <a:off x="1132609" y="2244436"/>
                <a:ext cx="644237"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3F0CD2-6F48-CF13-F78D-6053ED66D383}"/>
                  </a:ext>
                </a:extLst>
              </p:cNvPr>
              <p:cNvCxnSpPr>
                <a:cxnSpLocks/>
                <a:stCxn id="7" idx="2"/>
                <a:endCxn id="9" idx="0"/>
              </p:cNvCxnSpPr>
              <p:nvPr/>
            </p:nvCxnSpPr>
            <p:spPr>
              <a:xfrm>
                <a:off x="1776846" y="2244436"/>
                <a:ext cx="574963" cy="290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263501D-0160-BF3B-241A-17C9B1E4631D}"/>
                  </a:ext>
                </a:extLst>
              </p:cNvPr>
              <p:cNvCxnSpPr>
                <a:cxnSpLocks/>
                <a:stCxn id="9" idx="2"/>
                <a:endCxn id="10" idx="0"/>
              </p:cNvCxnSpPr>
              <p:nvPr/>
            </p:nvCxnSpPr>
            <p:spPr>
              <a:xfrm flipH="1">
                <a:off x="1693719" y="2798617"/>
                <a:ext cx="658090" cy="367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59EF660-4428-FBAF-A362-A531AE2F4B5F}"/>
                  </a:ext>
                </a:extLst>
              </p:cNvPr>
              <p:cNvCxnSpPr>
                <a:cxnSpLocks/>
                <a:stCxn id="9" idx="2"/>
                <a:endCxn id="11" idx="0"/>
              </p:cNvCxnSpPr>
              <p:nvPr/>
            </p:nvCxnSpPr>
            <p:spPr>
              <a:xfrm>
                <a:off x="2351809" y="2798617"/>
                <a:ext cx="533400" cy="367146"/>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7FA2CB7-F512-40FD-9718-7508A2B47972}"/>
                  </a:ext>
                </a:extLst>
              </p:cNvPr>
              <p:cNvSpPr/>
              <p:nvPr/>
            </p:nvSpPr>
            <p:spPr>
              <a:xfrm>
                <a:off x="4704015" y="1995055"/>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24A4743-A615-489E-A697-419971495F3D}"/>
                  </a:ext>
                </a:extLst>
              </p:cNvPr>
              <p:cNvSpPr/>
              <p:nvPr/>
            </p:nvSpPr>
            <p:spPr>
              <a:xfrm>
                <a:off x="4059778" y="2563091"/>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0FD0747-3A4B-AA5E-232E-140537676407}"/>
                  </a:ext>
                </a:extLst>
              </p:cNvPr>
              <p:cNvSpPr/>
              <p:nvPr/>
            </p:nvSpPr>
            <p:spPr>
              <a:xfrm>
                <a:off x="5278978" y="2549236"/>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BD3A1FA-CB31-8E92-6C90-DBED2D0AD9DF}"/>
                  </a:ext>
                </a:extLst>
              </p:cNvPr>
              <p:cNvSpPr/>
              <p:nvPr/>
            </p:nvSpPr>
            <p:spPr>
              <a:xfrm>
                <a:off x="4620888" y="3179619"/>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F1FD3A3-E7AF-A6AF-1F61-0DA41A522D47}"/>
                  </a:ext>
                </a:extLst>
              </p:cNvPr>
              <p:cNvSpPr/>
              <p:nvPr/>
            </p:nvSpPr>
            <p:spPr>
              <a:xfrm>
                <a:off x="5812378" y="3179618"/>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0C322E1-D590-14F8-56D5-E47BFA63205A}"/>
                  </a:ext>
                </a:extLst>
              </p:cNvPr>
              <p:cNvCxnSpPr>
                <a:stCxn id="23" idx="2"/>
                <a:endCxn id="24" idx="0"/>
              </p:cNvCxnSpPr>
              <p:nvPr/>
            </p:nvCxnSpPr>
            <p:spPr>
              <a:xfrm flipH="1">
                <a:off x="4458097" y="2258291"/>
                <a:ext cx="644237" cy="304800"/>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08E6FA0-14BB-0C0F-E59A-A5780D7D4512}"/>
                  </a:ext>
                </a:extLst>
              </p:cNvPr>
              <p:cNvCxnSpPr>
                <a:cxnSpLocks/>
                <a:stCxn id="23" idx="2"/>
                <a:endCxn id="25" idx="0"/>
              </p:cNvCxnSpPr>
              <p:nvPr/>
            </p:nvCxnSpPr>
            <p:spPr>
              <a:xfrm>
                <a:off x="5102334" y="2258291"/>
                <a:ext cx="574963" cy="29094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270573-132E-F240-2EC1-5521124F0C95}"/>
                  </a:ext>
                </a:extLst>
              </p:cNvPr>
              <p:cNvCxnSpPr>
                <a:cxnSpLocks/>
                <a:stCxn id="25" idx="2"/>
                <a:endCxn id="26" idx="0"/>
              </p:cNvCxnSpPr>
              <p:nvPr/>
            </p:nvCxnSpPr>
            <p:spPr>
              <a:xfrm flipH="1">
                <a:off x="5019207" y="2812472"/>
                <a:ext cx="658090" cy="367147"/>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1786F1-BA92-9EC3-0826-FE43CD58505E}"/>
                  </a:ext>
                </a:extLst>
              </p:cNvPr>
              <p:cNvCxnSpPr>
                <a:cxnSpLocks/>
                <a:stCxn id="25" idx="2"/>
                <a:endCxn id="27" idx="0"/>
              </p:cNvCxnSpPr>
              <p:nvPr/>
            </p:nvCxnSpPr>
            <p:spPr>
              <a:xfrm>
                <a:off x="5677297" y="2812472"/>
                <a:ext cx="533400" cy="36714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B8D5F2B-91F7-3FB9-E214-D388C78B1F66}"/>
                  </a:ext>
                </a:extLst>
              </p:cNvPr>
              <p:cNvSpPr/>
              <p:nvPr/>
            </p:nvSpPr>
            <p:spPr>
              <a:xfrm>
                <a:off x="4023410" y="3810002"/>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D52F6616-B317-2D4B-E58F-058B94A73672}"/>
                  </a:ext>
                </a:extLst>
              </p:cNvPr>
              <p:cNvCxnSpPr>
                <a:cxnSpLocks/>
                <a:stCxn id="26" idx="2"/>
                <a:endCxn id="32" idx="0"/>
              </p:cNvCxnSpPr>
              <p:nvPr/>
            </p:nvCxnSpPr>
            <p:spPr>
              <a:xfrm flipH="1">
                <a:off x="4421729" y="3442855"/>
                <a:ext cx="597478" cy="367147"/>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E8EB757-CEB9-6B16-6A8C-5CC7B88D1AD7}"/>
                  </a:ext>
                </a:extLst>
              </p:cNvPr>
              <p:cNvCxnSpPr>
                <a:cxnSpLocks/>
                <a:stCxn id="26" idx="2"/>
                <a:endCxn id="37" idx="0"/>
              </p:cNvCxnSpPr>
              <p:nvPr/>
            </p:nvCxnSpPr>
            <p:spPr>
              <a:xfrm>
                <a:off x="5019207" y="3442855"/>
                <a:ext cx="658089" cy="367147"/>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C708DF1-E4C8-F962-82E9-302167868E29}"/>
                  </a:ext>
                </a:extLst>
              </p:cNvPr>
              <p:cNvSpPr/>
              <p:nvPr/>
            </p:nvSpPr>
            <p:spPr>
              <a:xfrm>
                <a:off x="5278977" y="3810002"/>
                <a:ext cx="796637" cy="26323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4D5AE2D-F93B-4A4E-BC3B-A014DFBCE49F}"/>
                  </a:ext>
                </a:extLst>
              </p:cNvPr>
              <p:cNvSpPr/>
              <p:nvPr/>
            </p:nvSpPr>
            <p:spPr>
              <a:xfrm>
                <a:off x="1711433" y="4168208"/>
                <a:ext cx="796637" cy="263236"/>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41E4C4-8937-6D2E-00F8-603176338DE2}"/>
                  </a:ext>
                </a:extLst>
              </p:cNvPr>
              <p:cNvSpPr/>
              <p:nvPr/>
            </p:nvSpPr>
            <p:spPr>
              <a:xfrm>
                <a:off x="1067196" y="4736244"/>
                <a:ext cx="796637" cy="263236"/>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0D47E16-8015-A187-0EBE-CF52C2A7B06B}"/>
                  </a:ext>
                </a:extLst>
              </p:cNvPr>
              <p:cNvSpPr/>
              <p:nvPr/>
            </p:nvSpPr>
            <p:spPr>
              <a:xfrm>
                <a:off x="2286396" y="4722389"/>
                <a:ext cx="796637" cy="263236"/>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6FB7DF05-8724-6A77-2A3E-5BAB639EA5CE}"/>
                  </a:ext>
                </a:extLst>
              </p:cNvPr>
              <p:cNvCxnSpPr>
                <a:stCxn id="39" idx="2"/>
                <a:endCxn id="40" idx="0"/>
              </p:cNvCxnSpPr>
              <p:nvPr/>
            </p:nvCxnSpPr>
            <p:spPr>
              <a:xfrm flipH="1">
                <a:off x="1465515" y="4431444"/>
                <a:ext cx="644237" cy="3048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C987A99-D7B1-6C4D-FB89-0FE08E5322F4}"/>
                  </a:ext>
                </a:extLst>
              </p:cNvPr>
              <p:cNvCxnSpPr>
                <a:cxnSpLocks/>
                <a:stCxn id="39" idx="2"/>
                <a:endCxn id="41" idx="0"/>
              </p:cNvCxnSpPr>
              <p:nvPr/>
            </p:nvCxnSpPr>
            <p:spPr>
              <a:xfrm>
                <a:off x="2109752" y="4431444"/>
                <a:ext cx="574963" cy="29094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Freeform: Shape 44">
                <a:extLst>
                  <a:ext uri="{FF2B5EF4-FFF2-40B4-BE49-F238E27FC236}">
                    <a16:creationId xmlns:a16="http://schemas.microsoft.com/office/drawing/2014/main" id="{54491893-9705-3FE1-813F-770205A8DED0}"/>
                  </a:ext>
                </a:extLst>
              </p:cNvPr>
              <p:cNvSpPr/>
              <p:nvPr/>
            </p:nvSpPr>
            <p:spPr>
              <a:xfrm>
                <a:off x="232432" y="1631999"/>
                <a:ext cx="7097658" cy="4408569"/>
              </a:xfrm>
              <a:custGeom>
                <a:avLst/>
                <a:gdLst>
                  <a:gd name="connsiteX0" fmla="*/ 3778459 w 7097658"/>
                  <a:gd name="connsiteY0" fmla="*/ 30546 h 4408569"/>
                  <a:gd name="connsiteX1" fmla="*/ 6577077 w 7097658"/>
                  <a:gd name="connsiteY1" fmla="*/ 432328 h 4408569"/>
                  <a:gd name="connsiteX2" fmla="*/ 6577077 w 7097658"/>
                  <a:gd name="connsiteY2" fmla="*/ 3383346 h 4408569"/>
                  <a:gd name="connsiteX3" fmla="*/ 1236150 w 7097658"/>
                  <a:gd name="connsiteY3" fmla="*/ 4256183 h 4408569"/>
                  <a:gd name="connsiteX4" fmla="*/ 162423 w 7097658"/>
                  <a:gd name="connsiteY4" fmla="*/ 570874 h 4408569"/>
                  <a:gd name="connsiteX5" fmla="*/ 3778459 w 7097658"/>
                  <a:gd name="connsiteY5" fmla="*/ 30546 h 440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97658" h="4408569">
                    <a:moveTo>
                      <a:pt x="3778459" y="30546"/>
                    </a:moveTo>
                    <a:cubicBezTo>
                      <a:pt x="4847568" y="7455"/>
                      <a:pt x="6110641" y="-126472"/>
                      <a:pt x="6577077" y="432328"/>
                    </a:cubicBezTo>
                    <a:cubicBezTo>
                      <a:pt x="7043513" y="991128"/>
                      <a:pt x="7467231" y="2746037"/>
                      <a:pt x="6577077" y="3383346"/>
                    </a:cubicBezTo>
                    <a:cubicBezTo>
                      <a:pt x="5686923" y="4020655"/>
                      <a:pt x="2305259" y="4724928"/>
                      <a:pt x="1236150" y="4256183"/>
                    </a:cubicBezTo>
                    <a:cubicBezTo>
                      <a:pt x="167041" y="3787438"/>
                      <a:pt x="-263604" y="1273992"/>
                      <a:pt x="162423" y="570874"/>
                    </a:cubicBezTo>
                    <a:cubicBezTo>
                      <a:pt x="588450" y="-132244"/>
                      <a:pt x="2709350" y="53637"/>
                      <a:pt x="3778459" y="30546"/>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FE073849-8A98-EBD3-2DC8-AFA7E4E7FC70}"/>
                  </a:ext>
                </a:extLst>
              </p:cNvPr>
              <p:cNvSpPr txBox="1"/>
              <p:nvPr/>
            </p:nvSpPr>
            <p:spPr>
              <a:xfrm>
                <a:off x="4177145" y="4985625"/>
                <a:ext cx="343364" cy="369332"/>
              </a:xfrm>
              <a:prstGeom prst="rect">
                <a:avLst/>
              </a:prstGeom>
              <a:noFill/>
            </p:spPr>
            <p:txBody>
              <a:bodyPr wrap="none" rtlCol="0">
                <a:spAutoFit/>
              </a:bodyPr>
              <a:lstStyle/>
              <a:p>
                <a:r>
                  <a:rPr lang="en-US" dirty="0"/>
                  <a:t>…</a:t>
                </a:r>
              </a:p>
            </p:txBody>
          </p:sp>
        </p:grpSp>
        <p:sp>
          <p:nvSpPr>
            <p:cNvPr id="48" name="TextBox 47">
              <a:extLst>
                <a:ext uri="{FF2B5EF4-FFF2-40B4-BE49-F238E27FC236}">
                  <a16:creationId xmlns:a16="http://schemas.microsoft.com/office/drawing/2014/main" id="{1B09AB34-4827-262D-5876-533278972DDC}"/>
                </a:ext>
              </a:extLst>
            </p:cNvPr>
            <p:cNvSpPr txBox="1"/>
            <p:nvPr/>
          </p:nvSpPr>
          <p:spPr>
            <a:xfrm>
              <a:off x="3328952" y="4253750"/>
              <a:ext cx="3738598" cy="646331"/>
            </a:xfrm>
            <a:prstGeom prst="rect">
              <a:avLst/>
            </a:prstGeom>
            <a:noFill/>
          </p:spPr>
          <p:txBody>
            <a:bodyPr wrap="square" rtlCol="0">
              <a:spAutoFit/>
            </a:bodyPr>
            <a:lstStyle/>
            <a:p>
              <a:r>
                <a:rPr lang="en-US" i="1" dirty="0"/>
                <a:t>Multiple decision trees created using subset of data and subset of features</a:t>
              </a:r>
            </a:p>
          </p:txBody>
        </p:sp>
      </p:grpSp>
      <p:pic>
        <p:nvPicPr>
          <p:cNvPr id="6" name="Picture 5">
            <a:extLst>
              <a:ext uri="{FF2B5EF4-FFF2-40B4-BE49-F238E27FC236}">
                <a16:creationId xmlns:a16="http://schemas.microsoft.com/office/drawing/2014/main" id="{544B960C-F5D8-D050-0FDD-E932CDAE329C}"/>
              </a:ext>
            </a:extLst>
          </p:cNvPr>
          <p:cNvPicPr>
            <a:picLocks noChangeAspect="1"/>
          </p:cNvPicPr>
          <p:nvPr/>
        </p:nvPicPr>
        <p:blipFill>
          <a:blip r:embed="rId2"/>
          <a:stretch>
            <a:fillRect/>
          </a:stretch>
        </p:blipFill>
        <p:spPr>
          <a:xfrm>
            <a:off x="7664751" y="3869184"/>
            <a:ext cx="2923680" cy="2267807"/>
          </a:xfrm>
          <a:prstGeom prst="rect">
            <a:avLst/>
          </a:prstGeom>
        </p:spPr>
      </p:pic>
      <p:sp>
        <p:nvSpPr>
          <p:cNvPr id="12" name="Rectangle 1">
            <a:extLst>
              <a:ext uri="{FF2B5EF4-FFF2-40B4-BE49-F238E27FC236}">
                <a16:creationId xmlns:a16="http://schemas.microsoft.com/office/drawing/2014/main" id="{167883D2-124E-5020-E661-C9BC90D3932C}"/>
              </a:ext>
            </a:extLst>
          </p:cNvPr>
          <p:cNvSpPr>
            <a:spLocks noChangeArrowheads="1"/>
          </p:cNvSpPr>
          <p:nvPr/>
        </p:nvSpPr>
        <p:spPr bwMode="auto">
          <a:xfrm>
            <a:off x="7579094" y="6257263"/>
            <a:ext cx="3358237"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model = </a:t>
            </a:r>
            <a:r>
              <a:rPr kumimoji="0" lang="en-US" altLang="en-US" sz="9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RandomForestRegressor</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err="1">
                <a:ln>
                  <a:noFill/>
                </a:ln>
                <a:solidFill>
                  <a:srgbClr val="660099"/>
                </a:solidFill>
                <a:effectLst/>
                <a:latin typeface="Courier New" panose="02070309020205020404" pitchFamily="49" charset="0"/>
                <a:cs typeface="Courier New" panose="02070309020205020404" pitchFamily="49" charset="0"/>
              </a:rPr>
              <a:t>n_estimators</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rgbClr val="1750EB"/>
                </a:solidFill>
                <a:effectLst/>
                <a:latin typeface="Courier New" panose="02070309020205020404" pitchFamily="49" charset="0"/>
                <a:cs typeface="Courier New" panose="02070309020205020404" pitchFamily="49" charset="0"/>
              </a:rPr>
              <a:t>50</a:t>
            </a:r>
            <a:r>
              <a:rPr kumimoji="0" lang="en-US" altLang="en-US" sz="9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endPar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pic>
        <p:nvPicPr>
          <p:cNvPr id="16" name="Picture 15">
            <a:extLst>
              <a:ext uri="{FF2B5EF4-FFF2-40B4-BE49-F238E27FC236}">
                <a16:creationId xmlns:a16="http://schemas.microsoft.com/office/drawing/2014/main" id="{6D696DD2-B086-4DA9-1A00-EEC35257BF64}"/>
              </a:ext>
            </a:extLst>
          </p:cNvPr>
          <p:cNvPicPr>
            <a:picLocks noChangeAspect="1"/>
          </p:cNvPicPr>
          <p:nvPr/>
        </p:nvPicPr>
        <p:blipFill>
          <a:blip r:embed="rId3"/>
          <a:stretch>
            <a:fillRect/>
          </a:stretch>
        </p:blipFill>
        <p:spPr>
          <a:xfrm>
            <a:off x="7743721" y="1780889"/>
            <a:ext cx="2805967" cy="2177613"/>
          </a:xfrm>
          <a:prstGeom prst="rect">
            <a:avLst/>
          </a:prstGeom>
        </p:spPr>
      </p:pic>
      <p:sp>
        <p:nvSpPr>
          <p:cNvPr id="19" name="TextBox 18">
            <a:extLst>
              <a:ext uri="{FF2B5EF4-FFF2-40B4-BE49-F238E27FC236}">
                <a16:creationId xmlns:a16="http://schemas.microsoft.com/office/drawing/2014/main" id="{06A8AD8A-5DEC-09D6-075E-EEAB09148C7D}"/>
              </a:ext>
            </a:extLst>
          </p:cNvPr>
          <p:cNvSpPr txBox="1"/>
          <p:nvPr/>
        </p:nvSpPr>
        <p:spPr>
          <a:xfrm>
            <a:off x="8048621" y="5152253"/>
            <a:ext cx="2196165" cy="646331"/>
          </a:xfrm>
          <a:prstGeom prst="rect">
            <a:avLst/>
          </a:prstGeom>
          <a:noFill/>
        </p:spPr>
        <p:txBody>
          <a:bodyPr wrap="square">
            <a:spAutoFit/>
          </a:bodyPr>
          <a:lstStyle/>
          <a:p>
            <a:r>
              <a:rPr lang="en-US" i="1" dirty="0"/>
              <a:t>One-step forward prediction</a:t>
            </a:r>
            <a:endParaRPr lang="en-US" dirty="0"/>
          </a:p>
        </p:txBody>
      </p:sp>
      <p:sp>
        <p:nvSpPr>
          <p:cNvPr id="21" name="TextBox 20">
            <a:extLst>
              <a:ext uri="{FF2B5EF4-FFF2-40B4-BE49-F238E27FC236}">
                <a16:creationId xmlns:a16="http://schemas.microsoft.com/office/drawing/2014/main" id="{AA50563E-CC74-C618-F298-C9B83CC709E3}"/>
              </a:ext>
            </a:extLst>
          </p:cNvPr>
          <p:cNvSpPr txBox="1"/>
          <p:nvPr/>
        </p:nvSpPr>
        <p:spPr>
          <a:xfrm>
            <a:off x="8028508" y="3102581"/>
            <a:ext cx="2196165" cy="646331"/>
          </a:xfrm>
          <a:prstGeom prst="rect">
            <a:avLst/>
          </a:prstGeom>
          <a:noFill/>
        </p:spPr>
        <p:txBody>
          <a:bodyPr wrap="square">
            <a:spAutoFit/>
          </a:bodyPr>
          <a:lstStyle/>
          <a:p>
            <a:r>
              <a:rPr lang="en-US" i="1" dirty="0"/>
              <a:t>One-step forward validation</a:t>
            </a:r>
            <a:endParaRPr lang="en-US" dirty="0"/>
          </a:p>
        </p:txBody>
      </p:sp>
    </p:spTree>
    <p:extLst>
      <p:ext uri="{BB962C8B-B14F-4D97-AF65-F5344CB8AC3E}">
        <p14:creationId xmlns:p14="http://schemas.microsoft.com/office/powerpoint/2010/main" val="731045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9C2612-E99C-1D12-DBB4-8D110EF5C42F}"/>
              </a:ext>
            </a:extLst>
          </p:cNvPr>
          <p:cNvSpPr>
            <a:spLocks noGrp="1"/>
          </p:cNvSpPr>
          <p:nvPr>
            <p:ph type="body" sz="quarter" idx="11"/>
          </p:nvPr>
        </p:nvSpPr>
        <p:spPr/>
        <p:txBody>
          <a:bodyPr/>
          <a:lstStyle/>
          <a:p>
            <a:r>
              <a:rPr lang="en-US" dirty="0"/>
              <a:t>Other Machine Learning Methods</a:t>
            </a:r>
          </a:p>
        </p:txBody>
      </p:sp>
      <p:sp>
        <p:nvSpPr>
          <p:cNvPr id="3" name="Text Placeholder 2">
            <a:extLst>
              <a:ext uri="{FF2B5EF4-FFF2-40B4-BE49-F238E27FC236}">
                <a16:creationId xmlns:a16="http://schemas.microsoft.com/office/drawing/2014/main" id="{F5577BD4-057B-C725-DE0F-2F6298511E2F}"/>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18C2F176-6F53-DE86-E0CC-869C6961635D}"/>
              </a:ext>
            </a:extLst>
          </p:cNvPr>
          <p:cNvSpPr>
            <a:spLocks noGrp="1"/>
          </p:cNvSpPr>
          <p:nvPr>
            <p:ph type="body" sz="quarter" idx="15"/>
          </p:nvPr>
        </p:nvSpPr>
        <p:spPr>
          <a:xfrm>
            <a:off x="639930" y="1932709"/>
            <a:ext cx="9828212" cy="4302635"/>
          </a:xfrm>
        </p:spPr>
        <p:txBody>
          <a:bodyPr/>
          <a:lstStyle/>
          <a:p>
            <a:pPr marL="285750" indent="-285750">
              <a:spcBef>
                <a:spcPts val="600"/>
              </a:spcBef>
              <a:buFont typeface="Arial" panose="020B0604020202020204" pitchFamily="34" charset="0"/>
              <a:buChar char="•"/>
            </a:pPr>
            <a:r>
              <a:rPr lang="en-US" sz="1800" dirty="0"/>
              <a:t>Recurrent Neural Networks </a:t>
            </a:r>
          </a:p>
          <a:p>
            <a:pPr marL="971550" lvl="1" indent="-285750">
              <a:spcBef>
                <a:spcPts val="600"/>
              </a:spcBef>
            </a:pPr>
            <a:r>
              <a:rPr lang="en-US" sz="1800" dirty="0"/>
              <a:t>LSTM – long-short term memory</a:t>
            </a:r>
          </a:p>
          <a:p>
            <a:pPr marL="971550" lvl="1" indent="-285750">
              <a:spcBef>
                <a:spcPts val="600"/>
              </a:spcBef>
            </a:pPr>
            <a:r>
              <a:rPr lang="en-US" sz="1800" dirty="0"/>
              <a:t>GRU – gated rectified unit</a:t>
            </a:r>
          </a:p>
          <a:p>
            <a:pPr marL="285750" indent="-285750">
              <a:spcBef>
                <a:spcPts val="600"/>
              </a:spcBef>
              <a:buFont typeface="Arial" panose="020B0604020202020204" pitchFamily="34" charset="0"/>
              <a:buChar char="•"/>
            </a:pPr>
            <a:r>
              <a:rPr lang="en-US" sz="1800" dirty="0"/>
              <a:t>Convolutional neural networks</a:t>
            </a:r>
          </a:p>
          <a:p>
            <a:pPr marL="971550" lvl="1" indent="-285750">
              <a:spcBef>
                <a:spcPts val="600"/>
              </a:spcBef>
            </a:pPr>
            <a:r>
              <a:rPr lang="en-US" sz="1800" dirty="0"/>
              <a:t>CNN 1D</a:t>
            </a:r>
          </a:p>
          <a:p>
            <a:pPr marL="971550" lvl="1" indent="-285750">
              <a:spcBef>
                <a:spcPts val="600"/>
              </a:spcBef>
            </a:pPr>
            <a:r>
              <a:rPr lang="en-US" sz="1800" dirty="0"/>
              <a:t>CNN 2D (for spectral representation)</a:t>
            </a:r>
          </a:p>
          <a:p>
            <a:pPr marL="285750" indent="-285750">
              <a:spcBef>
                <a:spcPts val="600"/>
              </a:spcBef>
              <a:buFont typeface="Arial" panose="020B0604020202020204" pitchFamily="34" charset="0"/>
              <a:buChar char="•"/>
            </a:pPr>
            <a:r>
              <a:rPr lang="en-US" sz="1800" dirty="0"/>
              <a:t>Transformers</a:t>
            </a:r>
          </a:p>
          <a:p>
            <a:pPr marL="285750" indent="-285750">
              <a:spcBef>
                <a:spcPts val="600"/>
              </a:spcBef>
              <a:buFont typeface="Arial" panose="020B0604020202020204" pitchFamily="34" charset="0"/>
              <a:buChar char="•"/>
            </a:pPr>
            <a:r>
              <a:rPr lang="en-US" sz="1800" dirty="0"/>
              <a:t>Combinations </a:t>
            </a:r>
          </a:p>
          <a:p>
            <a:pPr marL="971550" lvl="1" indent="-285750">
              <a:spcBef>
                <a:spcPts val="600"/>
              </a:spcBef>
            </a:pPr>
            <a:r>
              <a:rPr lang="en-US" sz="1800" dirty="0"/>
              <a:t>1D CNN+LSTM</a:t>
            </a:r>
          </a:p>
          <a:p>
            <a:pPr marL="285750" indent="-285750">
              <a:spcBef>
                <a:spcPts val="600"/>
              </a:spcBef>
              <a:buFont typeface="Arial" panose="020B0604020202020204" pitchFamily="34" charset="0"/>
              <a:buChar char="•"/>
            </a:pPr>
            <a:r>
              <a:rPr lang="en-US" sz="1800" dirty="0"/>
              <a:t>…</a:t>
            </a:r>
          </a:p>
        </p:txBody>
      </p:sp>
      <p:pic>
        <p:nvPicPr>
          <p:cNvPr id="6" name="Picture 5">
            <a:extLst>
              <a:ext uri="{FF2B5EF4-FFF2-40B4-BE49-F238E27FC236}">
                <a16:creationId xmlns:a16="http://schemas.microsoft.com/office/drawing/2014/main" id="{FDF1B9A3-AA9D-2B65-179B-B405B90AD0E6}"/>
              </a:ext>
            </a:extLst>
          </p:cNvPr>
          <p:cNvPicPr>
            <a:picLocks noChangeAspect="1"/>
          </p:cNvPicPr>
          <p:nvPr/>
        </p:nvPicPr>
        <p:blipFill>
          <a:blip r:embed="rId3"/>
          <a:stretch>
            <a:fillRect/>
          </a:stretch>
        </p:blipFill>
        <p:spPr>
          <a:xfrm>
            <a:off x="6028320" y="2604010"/>
            <a:ext cx="2118542" cy="1284648"/>
          </a:xfrm>
          <a:prstGeom prst="rect">
            <a:avLst/>
          </a:prstGeom>
        </p:spPr>
      </p:pic>
      <p:pic>
        <p:nvPicPr>
          <p:cNvPr id="5" name="Picture 4">
            <a:extLst>
              <a:ext uri="{FF2B5EF4-FFF2-40B4-BE49-F238E27FC236}">
                <a16:creationId xmlns:a16="http://schemas.microsoft.com/office/drawing/2014/main" id="{CA577CC3-A802-8FAB-D6B6-371A83CCE187}"/>
              </a:ext>
            </a:extLst>
          </p:cNvPr>
          <p:cNvPicPr>
            <a:picLocks noChangeAspect="1"/>
          </p:cNvPicPr>
          <p:nvPr/>
        </p:nvPicPr>
        <p:blipFill>
          <a:blip r:embed="rId4"/>
          <a:stretch>
            <a:fillRect/>
          </a:stretch>
        </p:blipFill>
        <p:spPr>
          <a:xfrm>
            <a:off x="7297650" y="3040275"/>
            <a:ext cx="2219677" cy="1284648"/>
          </a:xfrm>
          <a:prstGeom prst="rect">
            <a:avLst/>
          </a:prstGeom>
        </p:spPr>
      </p:pic>
    </p:spTree>
    <p:extLst>
      <p:ext uri="{BB962C8B-B14F-4D97-AF65-F5344CB8AC3E}">
        <p14:creationId xmlns:p14="http://schemas.microsoft.com/office/powerpoint/2010/main" val="2588687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1628E6-FF14-79C1-5131-4B694D6339CD}"/>
              </a:ext>
            </a:extLst>
          </p:cNvPr>
          <p:cNvSpPr>
            <a:spLocks noGrp="1"/>
          </p:cNvSpPr>
          <p:nvPr>
            <p:ph type="body" sz="quarter" idx="11"/>
          </p:nvPr>
        </p:nvSpPr>
        <p:spPr/>
        <p:txBody>
          <a:bodyPr/>
          <a:lstStyle/>
          <a:p>
            <a:r>
              <a:rPr lang="en-US" dirty="0"/>
              <a:t>Clustering</a:t>
            </a:r>
          </a:p>
        </p:txBody>
      </p:sp>
      <p:sp>
        <p:nvSpPr>
          <p:cNvPr id="3" name="Text Placeholder 2">
            <a:extLst>
              <a:ext uri="{FF2B5EF4-FFF2-40B4-BE49-F238E27FC236}">
                <a16:creationId xmlns:a16="http://schemas.microsoft.com/office/drawing/2014/main" id="{E1EC65AA-E782-6615-8DBE-1B9C5919849E}"/>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20CED45E-81AA-84E4-7F79-F37378161418}"/>
              </a:ext>
            </a:extLst>
          </p:cNvPr>
          <p:cNvSpPr>
            <a:spLocks noGrp="1"/>
          </p:cNvSpPr>
          <p:nvPr>
            <p:ph type="body" sz="quarter" idx="15"/>
          </p:nvPr>
        </p:nvSpPr>
        <p:spPr>
          <a:xfrm>
            <a:off x="639929" y="1837440"/>
            <a:ext cx="5529813" cy="4494534"/>
          </a:xfrm>
        </p:spPr>
        <p:txBody>
          <a:bodyPr/>
          <a:lstStyle/>
          <a:p>
            <a:r>
              <a:rPr lang="en-US" dirty="0"/>
              <a:t>Given multiple time series. The task is to group the similar ones (patterns in stock prices; patients with similar medical history; climate data; equipment performance, etc.).</a:t>
            </a:r>
          </a:p>
          <a:p>
            <a:endParaRPr lang="en-US" dirty="0"/>
          </a:p>
          <a:p>
            <a:r>
              <a:rPr lang="en-US" dirty="0"/>
              <a:t>Straightforward approach – </a:t>
            </a:r>
            <a:r>
              <a:rPr lang="en-US" dirty="0" err="1"/>
              <a:t>Kmeans</a:t>
            </a:r>
            <a:r>
              <a:rPr lang="en-US" dirty="0"/>
              <a:t> with Euclidean distance.</a:t>
            </a:r>
          </a:p>
          <a:p>
            <a:endParaRPr lang="en-US" dirty="0"/>
          </a:p>
          <a:p>
            <a:r>
              <a:rPr lang="en-US" b="1" dirty="0"/>
              <a:t>What if the sequences are of different length or start with different phase?  </a:t>
            </a:r>
          </a:p>
          <a:p>
            <a:pPr marL="285750" indent="-285750">
              <a:spcBef>
                <a:spcPts val="600"/>
              </a:spcBef>
              <a:buFont typeface="Arial" panose="020B0604020202020204" pitchFamily="34" charset="0"/>
              <a:buChar char="•"/>
            </a:pPr>
            <a:r>
              <a:rPr lang="en-US" dirty="0"/>
              <a:t>Dynamic Time Warping (DTW) can be used as a metric to measure similarity between temporal sequences that do not align in time, speed or length.</a:t>
            </a:r>
          </a:p>
          <a:p>
            <a:pPr marL="285750" indent="-285750">
              <a:spcBef>
                <a:spcPts val="600"/>
              </a:spcBef>
              <a:buFont typeface="Arial" panose="020B0604020202020204" pitchFamily="34" charset="0"/>
              <a:buChar char="•"/>
            </a:pPr>
            <a:r>
              <a:rPr lang="en-US" dirty="0"/>
              <a:t>Extract relevant features (trend, seasonality, frequency components, and others) using statistics, Fourier transforms, wavelets, singular value decomposition. </a:t>
            </a:r>
          </a:p>
          <a:p>
            <a:endParaRPr lang="en-US" dirty="0"/>
          </a:p>
        </p:txBody>
      </p:sp>
      <p:pic>
        <p:nvPicPr>
          <p:cNvPr id="13" name="Picture 12">
            <a:extLst>
              <a:ext uri="{FF2B5EF4-FFF2-40B4-BE49-F238E27FC236}">
                <a16:creationId xmlns:a16="http://schemas.microsoft.com/office/drawing/2014/main" id="{6C8A5B0C-DB97-9357-0644-1ECA600D817F}"/>
              </a:ext>
            </a:extLst>
          </p:cNvPr>
          <p:cNvPicPr>
            <a:picLocks noChangeAspect="1"/>
          </p:cNvPicPr>
          <p:nvPr/>
        </p:nvPicPr>
        <p:blipFill>
          <a:blip r:embed="rId2"/>
          <a:stretch>
            <a:fillRect/>
          </a:stretch>
        </p:blipFill>
        <p:spPr>
          <a:xfrm>
            <a:off x="6383284" y="2027691"/>
            <a:ext cx="4292794" cy="3429000"/>
          </a:xfrm>
          <a:prstGeom prst="rect">
            <a:avLst/>
          </a:prstGeom>
        </p:spPr>
      </p:pic>
    </p:spTree>
    <p:extLst>
      <p:ext uri="{BB962C8B-B14F-4D97-AF65-F5344CB8AC3E}">
        <p14:creationId xmlns:p14="http://schemas.microsoft.com/office/powerpoint/2010/main" val="2903626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7AC72F-0018-3398-545F-5F4A62350240}"/>
              </a:ext>
            </a:extLst>
          </p:cNvPr>
          <p:cNvSpPr>
            <a:spLocks noGrp="1"/>
          </p:cNvSpPr>
          <p:nvPr>
            <p:ph type="body" sz="quarter" idx="11"/>
          </p:nvPr>
        </p:nvSpPr>
        <p:spPr/>
        <p:txBody>
          <a:bodyPr/>
          <a:lstStyle/>
          <a:p>
            <a:r>
              <a:rPr lang="en-US" dirty="0"/>
              <a:t>Anomaly Detection</a:t>
            </a:r>
          </a:p>
        </p:txBody>
      </p:sp>
      <p:sp>
        <p:nvSpPr>
          <p:cNvPr id="3" name="Text Placeholder 2">
            <a:extLst>
              <a:ext uri="{FF2B5EF4-FFF2-40B4-BE49-F238E27FC236}">
                <a16:creationId xmlns:a16="http://schemas.microsoft.com/office/drawing/2014/main" id="{B2DBCE6B-3D22-574C-3989-EA61145EB81A}"/>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A2B68130-5A07-A4A6-46FB-7739B574527E}"/>
              </a:ext>
            </a:extLst>
          </p:cNvPr>
          <p:cNvSpPr>
            <a:spLocks noGrp="1"/>
          </p:cNvSpPr>
          <p:nvPr>
            <p:ph type="body" sz="quarter" idx="15"/>
          </p:nvPr>
        </p:nvSpPr>
        <p:spPr>
          <a:xfrm>
            <a:off x="639930" y="1882588"/>
            <a:ext cx="9828212" cy="858438"/>
          </a:xfrm>
        </p:spPr>
        <p:txBody>
          <a:bodyPr/>
          <a:lstStyle/>
          <a:p>
            <a:r>
              <a:rPr lang="en-US" b="1" i="0" dirty="0">
                <a:solidFill>
                  <a:srgbClr val="273239"/>
                </a:solidFill>
                <a:effectLst/>
              </a:rPr>
              <a:t>Anomaly detection </a:t>
            </a:r>
            <a:r>
              <a:rPr lang="en-US" b="0" i="0" dirty="0">
                <a:solidFill>
                  <a:srgbClr val="273239"/>
                </a:solidFill>
                <a:effectLst/>
              </a:rPr>
              <a:t>is the process of identifying data points or patterns in a dataset that deviate significantly from the norm (fraud detection, intrusion detection, failure detection, etc.).</a:t>
            </a:r>
          </a:p>
          <a:p>
            <a:endParaRPr lang="en-US" dirty="0">
              <a:solidFill>
                <a:srgbClr val="273239"/>
              </a:solidFill>
            </a:endParaRPr>
          </a:p>
          <a:p>
            <a:endParaRPr lang="en-US" b="0" i="0" dirty="0">
              <a:solidFill>
                <a:srgbClr val="273239"/>
              </a:solidFill>
              <a:effectLst/>
            </a:endParaRPr>
          </a:p>
          <a:p>
            <a:endParaRPr lang="en-US" dirty="0">
              <a:solidFill>
                <a:srgbClr val="273239"/>
              </a:solidFill>
            </a:endParaRPr>
          </a:p>
          <a:p>
            <a:endParaRPr lang="en-US" dirty="0"/>
          </a:p>
        </p:txBody>
      </p:sp>
      <p:sp>
        <p:nvSpPr>
          <p:cNvPr id="10" name="Rectangle 9">
            <a:extLst>
              <a:ext uri="{FF2B5EF4-FFF2-40B4-BE49-F238E27FC236}">
                <a16:creationId xmlns:a16="http://schemas.microsoft.com/office/drawing/2014/main" id="{6BE20271-BF3B-6CFA-FF39-711248446250}"/>
              </a:ext>
            </a:extLst>
          </p:cNvPr>
          <p:cNvSpPr/>
          <p:nvPr/>
        </p:nvSpPr>
        <p:spPr>
          <a:xfrm>
            <a:off x="3454400" y="2956285"/>
            <a:ext cx="2183755" cy="8584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AI model training to reconstruct regular patterns</a:t>
            </a:r>
          </a:p>
        </p:txBody>
      </p:sp>
      <p:sp>
        <p:nvSpPr>
          <p:cNvPr id="11" name="Arrow: Right 10">
            <a:extLst>
              <a:ext uri="{FF2B5EF4-FFF2-40B4-BE49-F238E27FC236}">
                <a16:creationId xmlns:a16="http://schemas.microsoft.com/office/drawing/2014/main" id="{3E87D4DA-44D7-C78B-4FA7-CF7F5F7796A5}"/>
              </a:ext>
            </a:extLst>
          </p:cNvPr>
          <p:cNvSpPr/>
          <p:nvPr/>
        </p:nvSpPr>
        <p:spPr>
          <a:xfrm>
            <a:off x="2692837" y="3190521"/>
            <a:ext cx="531906" cy="3899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03F122EB-8D76-3D92-C46C-3FF307ACF1DC}"/>
              </a:ext>
            </a:extLst>
          </p:cNvPr>
          <p:cNvSpPr/>
          <p:nvPr/>
        </p:nvSpPr>
        <p:spPr>
          <a:xfrm>
            <a:off x="6050808" y="5168139"/>
            <a:ext cx="531906" cy="3899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6167CB6-F2D9-B70B-7EB9-29E2B05EA916}"/>
              </a:ext>
            </a:extLst>
          </p:cNvPr>
          <p:cNvSpPr/>
          <p:nvPr/>
        </p:nvSpPr>
        <p:spPr>
          <a:xfrm>
            <a:off x="3375473" y="4765581"/>
            <a:ext cx="2443016" cy="1195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Calculate reconstruction error between the original and reconstructed data</a:t>
            </a:r>
          </a:p>
        </p:txBody>
      </p:sp>
      <p:sp>
        <p:nvSpPr>
          <p:cNvPr id="16" name="Arrow: Right 15">
            <a:extLst>
              <a:ext uri="{FF2B5EF4-FFF2-40B4-BE49-F238E27FC236}">
                <a16:creationId xmlns:a16="http://schemas.microsoft.com/office/drawing/2014/main" id="{E1919250-0069-8D01-A801-FBFA733FB379}"/>
              </a:ext>
            </a:extLst>
          </p:cNvPr>
          <p:cNvSpPr/>
          <p:nvPr/>
        </p:nvSpPr>
        <p:spPr>
          <a:xfrm rot="5400000">
            <a:off x="4280323" y="4097512"/>
            <a:ext cx="531906" cy="3899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7302E3E-4ADA-DDC5-B69B-52A8655BA34B}"/>
              </a:ext>
            </a:extLst>
          </p:cNvPr>
          <p:cNvSpPr/>
          <p:nvPr/>
        </p:nvSpPr>
        <p:spPr>
          <a:xfrm>
            <a:off x="6880673" y="4793182"/>
            <a:ext cx="2443016" cy="91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Values with high reconstruction error are </a:t>
            </a:r>
            <a:r>
              <a:rPr lang="en-US" sz="1600" b="1" dirty="0">
                <a:latin typeface="Arial" panose="020B0604020202020204" pitchFamily="34" charset="0"/>
                <a:cs typeface="Arial" panose="020B0604020202020204" pitchFamily="34" charset="0"/>
              </a:rPr>
              <a:t>anomalies</a:t>
            </a:r>
          </a:p>
        </p:txBody>
      </p:sp>
      <p:pic>
        <p:nvPicPr>
          <p:cNvPr id="22" name="Picture 21">
            <a:extLst>
              <a:ext uri="{FF2B5EF4-FFF2-40B4-BE49-F238E27FC236}">
                <a16:creationId xmlns:a16="http://schemas.microsoft.com/office/drawing/2014/main" id="{7D458A4D-3B59-89BD-3899-3CBA57EFFB71}"/>
              </a:ext>
            </a:extLst>
          </p:cNvPr>
          <p:cNvPicPr>
            <a:picLocks noChangeAspect="1"/>
          </p:cNvPicPr>
          <p:nvPr/>
        </p:nvPicPr>
        <p:blipFill>
          <a:blip r:embed="rId2"/>
          <a:stretch>
            <a:fillRect/>
          </a:stretch>
        </p:blipFill>
        <p:spPr>
          <a:xfrm>
            <a:off x="6909456" y="2820754"/>
            <a:ext cx="2414233" cy="1384974"/>
          </a:xfrm>
          <a:prstGeom prst="rect">
            <a:avLst/>
          </a:prstGeom>
        </p:spPr>
      </p:pic>
      <p:pic>
        <p:nvPicPr>
          <p:cNvPr id="24" name="Picture 23">
            <a:extLst>
              <a:ext uri="{FF2B5EF4-FFF2-40B4-BE49-F238E27FC236}">
                <a16:creationId xmlns:a16="http://schemas.microsoft.com/office/drawing/2014/main" id="{42071C80-359C-2883-ABBD-E28631B2E720}"/>
              </a:ext>
            </a:extLst>
          </p:cNvPr>
          <p:cNvPicPr>
            <a:picLocks/>
          </p:cNvPicPr>
          <p:nvPr/>
        </p:nvPicPr>
        <p:blipFill>
          <a:blip r:embed="rId3"/>
          <a:stretch>
            <a:fillRect/>
          </a:stretch>
        </p:blipFill>
        <p:spPr>
          <a:xfrm>
            <a:off x="251016" y="2706906"/>
            <a:ext cx="2309304" cy="1107818"/>
          </a:xfrm>
          <a:prstGeom prst="rect">
            <a:avLst/>
          </a:prstGeom>
        </p:spPr>
      </p:pic>
    </p:spTree>
    <p:extLst>
      <p:ext uri="{BB962C8B-B14F-4D97-AF65-F5344CB8AC3E}">
        <p14:creationId xmlns:p14="http://schemas.microsoft.com/office/powerpoint/2010/main" val="4226397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57B9D-460F-950D-C964-52905503E7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141988-BD9B-F852-F5B0-67DBE241B4BF}"/>
              </a:ext>
            </a:extLst>
          </p:cNvPr>
          <p:cNvSpPr>
            <a:spLocks noGrp="1"/>
          </p:cNvSpPr>
          <p:nvPr>
            <p:ph type="body" sz="quarter" idx="11"/>
          </p:nvPr>
        </p:nvSpPr>
        <p:spPr/>
        <p:txBody>
          <a:bodyPr/>
          <a:lstStyle/>
          <a:p>
            <a:r>
              <a:rPr lang="en-US" dirty="0"/>
              <a:t>To Sum Up</a:t>
            </a:r>
          </a:p>
        </p:txBody>
      </p:sp>
      <p:sp>
        <p:nvSpPr>
          <p:cNvPr id="3" name="Text Placeholder 2">
            <a:extLst>
              <a:ext uri="{FF2B5EF4-FFF2-40B4-BE49-F238E27FC236}">
                <a16:creationId xmlns:a16="http://schemas.microsoft.com/office/drawing/2014/main" id="{A7BF620F-579A-B5CF-C074-C24DDC94B830}"/>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C30CE11A-3677-405A-1562-483DEADAE96F}"/>
              </a:ext>
            </a:extLst>
          </p:cNvPr>
          <p:cNvSpPr>
            <a:spLocks noGrp="1"/>
          </p:cNvSpPr>
          <p:nvPr>
            <p:ph type="body" sz="quarter" idx="15"/>
          </p:nvPr>
        </p:nvSpPr>
        <p:spPr>
          <a:xfrm>
            <a:off x="639930" y="2109694"/>
            <a:ext cx="9828212" cy="4125650"/>
          </a:xfrm>
        </p:spPr>
        <p:txBody>
          <a:bodyPr/>
          <a:lstStyle/>
          <a:p>
            <a:pPr marL="285750" indent="-285750">
              <a:spcBef>
                <a:spcPts val="1200"/>
              </a:spcBef>
              <a:buFont typeface="Arial" panose="020B0604020202020204" pitchFamily="34" charset="0"/>
              <a:buChar char="•"/>
            </a:pPr>
            <a:r>
              <a:rPr lang="en-US" dirty="0"/>
              <a:t>Time series data has </a:t>
            </a:r>
            <a:r>
              <a:rPr lang="en-US" b="1" dirty="0"/>
              <a:t>temporal dependencies</a:t>
            </a:r>
            <a:r>
              <a:rPr lang="en-US" dirty="0"/>
              <a:t>, meaning that past values can influence future values. Recognizing these dependencies is crucial for accurate modeling and forecasting.</a:t>
            </a:r>
          </a:p>
          <a:p>
            <a:pPr marL="285750" indent="-285750">
              <a:spcBef>
                <a:spcPts val="1200"/>
              </a:spcBef>
              <a:buFont typeface="Arial" panose="020B0604020202020204" pitchFamily="34" charset="0"/>
              <a:buChar char="•"/>
            </a:pPr>
            <a:r>
              <a:rPr lang="en-US" dirty="0"/>
              <a:t>Time series data often exhibits </a:t>
            </a:r>
            <a:r>
              <a:rPr lang="en-US" b="1" dirty="0"/>
              <a:t>seasonality</a:t>
            </a:r>
            <a:r>
              <a:rPr lang="en-US" dirty="0"/>
              <a:t> (repeating patterns) and </a:t>
            </a:r>
            <a:r>
              <a:rPr lang="en-US" b="1" dirty="0"/>
              <a:t>trends</a:t>
            </a:r>
            <a:r>
              <a:rPr lang="en-US" dirty="0"/>
              <a:t> (long-term increase or decrease). Machine learning models should account for these features to improve forecasting accuracy.</a:t>
            </a:r>
          </a:p>
          <a:p>
            <a:pPr marL="285750" indent="-285750">
              <a:spcBef>
                <a:spcPts val="1200"/>
              </a:spcBef>
              <a:buFont typeface="Arial" panose="020B0604020202020204" pitchFamily="34" charset="0"/>
              <a:buChar char="•"/>
            </a:pPr>
            <a:r>
              <a:rPr lang="en-US" dirty="0"/>
              <a:t>Many time series models </a:t>
            </a:r>
            <a:r>
              <a:rPr lang="en-US" b="1" dirty="0"/>
              <a:t>assume stationarity</a:t>
            </a:r>
            <a:r>
              <a:rPr lang="en-US" dirty="0"/>
              <a:t>, so techniques like differencing or transformation may be necessary to make the data stationary, which helps improve the reliability of forecasts.</a:t>
            </a:r>
          </a:p>
          <a:p>
            <a:pPr marL="285750" indent="-285750">
              <a:spcBef>
                <a:spcPts val="1200"/>
              </a:spcBef>
              <a:buFont typeface="Arial" panose="020B0604020202020204" pitchFamily="34" charset="0"/>
              <a:buChar char="•"/>
            </a:pPr>
            <a:r>
              <a:rPr lang="en-US" dirty="0"/>
              <a:t>Common machine learning models for time series analysis include </a:t>
            </a:r>
            <a:r>
              <a:rPr lang="en-US" b="1" dirty="0"/>
              <a:t>decision trees</a:t>
            </a:r>
            <a:r>
              <a:rPr lang="en-US" dirty="0"/>
              <a:t>, </a:t>
            </a:r>
            <a:r>
              <a:rPr lang="en-US" b="1" dirty="0"/>
              <a:t>Random Forest</a:t>
            </a:r>
            <a:r>
              <a:rPr lang="en-US" dirty="0"/>
              <a:t>, </a:t>
            </a:r>
            <a:r>
              <a:rPr lang="en-US" b="1" dirty="0"/>
              <a:t>Gradient Boosting</a:t>
            </a:r>
            <a:r>
              <a:rPr lang="en-US" dirty="0"/>
              <a:t>, </a:t>
            </a:r>
            <a:r>
              <a:rPr lang="en-US" b="1" dirty="0"/>
              <a:t>recurrent neural networks </a:t>
            </a:r>
            <a:r>
              <a:rPr lang="en-US" dirty="0"/>
              <a:t>(RNNs) and </a:t>
            </a:r>
            <a:r>
              <a:rPr lang="en-US" b="1" dirty="0"/>
              <a:t>Long Short-Term Memory </a:t>
            </a:r>
            <a:r>
              <a:rPr lang="en-US" dirty="0"/>
              <a:t>(LSTM) networks. </a:t>
            </a:r>
          </a:p>
        </p:txBody>
      </p:sp>
    </p:spTree>
    <p:extLst>
      <p:ext uri="{BB962C8B-B14F-4D97-AF65-F5344CB8AC3E}">
        <p14:creationId xmlns:p14="http://schemas.microsoft.com/office/powerpoint/2010/main" val="488014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3CD059-4BD3-D8CC-F576-6E3AD63FADC5}"/>
              </a:ext>
            </a:extLst>
          </p:cNvPr>
          <p:cNvSpPr>
            <a:spLocks noGrp="1"/>
          </p:cNvSpPr>
          <p:nvPr>
            <p:ph type="body" sz="quarter" idx="11"/>
          </p:nvPr>
        </p:nvSpPr>
        <p:spPr/>
        <p:txBody>
          <a:bodyPr/>
          <a:lstStyle/>
          <a:p>
            <a:r>
              <a:rPr lang="en-US" dirty="0"/>
              <a:t>For Further Reading</a:t>
            </a:r>
          </a:p>
        </p:txBody>
      </p:sp>
      <p:sp>
        <p:nvSpPr>
          <p:cNvPr id="3" name="Text Placeholder 2">
            <a:extLst>
              <a:ext uri="{FF2B5EF4-FFF2-40B4-BE49-F238E27FC236}">
                <a16:creationId xmlns:a16="http://schemas.microsoft.com/office/drawing/2014/main" id="{78A4B3CD-A998-F788-3597-9462854C0BFC}"/>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6C013A1B-56AE-1116-6F2F-B3C0EEB49819}"/>
              </a:ext>
            </a:extLst>
          </p:cNvPr>
          <p:cNvSpPr>
            <a:spLocks noGrp="1"/>
          </p:cNvSpPr>
          <p:nvPr>
            <p:ph type="body" sz="quarter" idx="15"/>
          </p:nvPr>
        </p:nvSpPr>
        <p:spPr>
          <a:xfrm>
            <a:off x="639930" y="2109694"/>
            <a:ext cx="9828212" cy="4125650"/>
          </a:xfrm>
        </p:spPr>
        <p:txBody>
          <a:bodyPr/>
          <a:lstStyle/>
          <a:p>
            <a:pPr marL="285750" indent="-285750">
              <a:spcBef>
                <a:spcPts val="600"/>
              </a:spcBef>
              <a:buFont typeface="Arial" panose="020B0604020202020204" pitchFamily="34" charset="0"/>
              <a:buChar char="•"/>
            </a:pPr>
            <a:r>
              <a:rPr lang="en-US" b="0" i="0" dirty="0">
                <a:solidFill>
                  <a:srgbClr val="222222"/>
                </a:solidFill>
                <a:effectLst/>
                <a:latin typeface="Arial" panose="020B0604020202020204" pitchFamily="34" charset="0"/>
              </a:rPr>
              <a:t>Gharehbaghi, Arash. </a:t>
            </a:r>
            <a:r>
              <a:rPr lang="en-US" b="0" i="1" dirty="0">
                <a:solidFill>
                  <a:srgbClr val="222222"/>
                </a:solidFill>
                <a:effectLst/>
                <a:latin typeface="Arial" panose="020B0604020202020204" pitchFamily="34" charset="0"/>
              </a:rPr>
              <a:t>Deep learning in time series analysis</a:t>
            </a:r>
            <a:r>
              <a:rPr lang="en-US" b="0" i="0" dirty="0">
                <a:solidFill>
                  <a:srgbClr val="222222"/>
                </a:solidFill>
                <a:effectLst/>
                <a:latin typeface="Arial" panose="020B0604020202020204" pitchFamily="34" charset="0"/>
              </a:rPr>
              <a:t>. CRC Press, 2023.</a:t>
            </a:r>
          </a:p>
          <a:p>
            <a:pPr marL="285750" indent="-285750">
              <a:spcBef>
                <a:spcPts val="600"/>
              </a:spcBef>
              <a:buFont typeface="Arial" panose="020B0604020202020204" pitchFamily="34" charset="0"/>
              <a:buChar char="•"/>
            </a:pPr>
            <a:r>
              <a:rPr lang="en-US" b="0" i="0" dirty="0" err="1">
                <a:solidFill>
                  <a:srgbClr val="222222"/>
                </a:solidFill>
                <a:effectLst/>
                <a:latin typeface="Arial" panose="020B0604020202020204" pitchFamily="34" charset="0"/>
              </a:rPr>
              <a:t>Palit</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Ajoy</a:t>
            </a:r>
            <a:r>
              <a:rPr lang="en-US" b="0" i="0" dirty="0">
                <a:solidFill>
                  <a:srgbClr val="222222"/>
                </a:solidFill>
                <a:effectLst/>
                <a:latin typeface="Arial" panose="020B0604020202020204" pitchFamily="34" charset="0"/>
              </a:rPr>
              <a:t> K., and </a:t>
            </a:r>
            <a:r>
              <a:rPr lang="en-US" b="0" i="0" dirty="0" err="1">
                <a:solidFill>
                  <a:srgbClr val="222222"/>
                </a:solidFill>
                <a:effectLst/>
                <a:latin typeface="Arial" panose="020B0604020202020204" pitchFamily="34" charset="0"/>
              </a:rPr>
              <a:t>Dobrivoje</a:t>
            </a:r>
            <a:r>
              <a:rPr lang="en-US" b="0" i="0" dirty="0">
                <a:solidFill>
                  <a:srgbClr val="222222"/>
                </a:solidFill>
                <a:effectLst/>
                <a:latin typeface="Arial" panose="020B0604020202020204" pitchFamily="34" charset="0"/>
              </a:rPr>
              <a:t> Popovic. </a:t>
            </a:r>
            <a:r>
              <a:rPr lang="en-US" b="0" i="1" dirty="0">
                <a:solidFill>
                  <a:srgbClr val="222222"/>
                </a:solidFill>
                <a:effectLst/>
                <a:latin typeface="Arial" panose="020B0604020202020204" pitchFamily="34" charset="0"/>
              </a:rPr>
              <a:t>Computational intelligence in time series forecasting: theory and engineering applications</a:t>
            </a:r>
            <a:r>
              <a:rPr lang="en-US" b="0" i="0" dirty="0">
                <a:solidFill>
                  <a:srgbClr val="222222"/>
                </a:solidFill>
                <a:effectLst/>
                <a:latin typeface="Arial" panose="020B0604020202020204" pitchFamily="34" charset="0"/>
              </a:rPr>
              <a:t>. Springer Science &amp; Business Media, 2006.</a:t>
            </a:r>
            <a:endParaRPr lang="en-US" dirty="0">
              <a:solidFill>
                <a:srgbClr val="222222"/>
              </a:solidFill>
            </a:endParaRPr>
          </a:p>
          <a:p>
            <a:pPr marL="285750" indent="-285750">
              <a:spcBef>
                <a:spcPts val="600"/>
              </a:spcBef>
              <a:buFont typeface="Arial" panose="020B0604020202020204" pitchFamily="34" charset="0"/>
              <a:buChar char="•"/>
            </a:pPr>
            <a:r>
              <a:rPr lang="en-US" b="0" i="0" dirty="0" err="1">
                <a:solidFill>
                  <a:srgbClr val="222222"/>
                </a:solidFill>
                <a:effectLst/>
                <a:latin typeface="Arial" panose="020B0604020202020204" pitchFamily="34" charset="0"/>
              </a:rPr>
              <a:t>Peixeiro</a:t>
            </a:r>
            <a:r>
              <a:rPr lang="en-US" b="0" i="0" dirty="0">
                <a:solidFill>
                  <a:srgbClr val="222222"/>
                </a:solidFill>
                <a:effectLst/>
                <a:latin typeface="Arial" panose="020B0604020202020204" pitchFamily="34" charset="0"/>
              </a:rPr>
              <a:t>, Marco. </a:t>
            </a:r>
            <a:r>
              <a:rPr lang="en-US" b="0" i="1" dirty="0">
                <a:solidFill>
                  <a:srgbClr val="222222"/>
                </a:solidFill>
                <a:effectLst/>
                <a:latin typeface="Arial" panose="020B0604020202020204" pitchFamily="34" charset="0"/>
              </a:rPr>
              <a:t>Time series forecasting in python</a:t>
            </a:r>
            <a:r>
              <a:rPr lang="en-US" b="0" i="0" dirty="0">
                <a:solidFill>
                  <a:srgbClr val="222222"/>
                </a:solidFill>
                <a:effectLst/>
                <a:latin typeface="Arial" panose="020B0604020202020204" pitchFamily="34" charset="0"/>
              </a:rPr>
              <a:t>. Simon and Schuster, 2022.</a:t>
            </a:r>
          </a:p>
          <a:p>
            <a:pPr marL="285750" indent="-285750">
              <a:spcBef>
                <a:spcPts val="600"/>
              </a:spcBef>
              <a:buFont typeface="Arial" panose="020B0604020202020204" pitchFamily="34" charset="0"/>
              <a:buChar char="•"/>
            </a:pPr>
            <a:endParaRPr lang="en-US" b="0" i="0" dirty="0">
              <a:solidFill>
                <a:srgbClr val="222222"/>
              </a:solidFill>
              <a:effectLst/>
              <a:latin typeface="Arial" panose="020B0604020202020204" pitchFamily="34" charset="0"/>
            </a:endParaRPr>
          </a:p>
          <a:p>
            <a:pPr marL="285750" indent="-285750">
              <a:spcBef>
                <a:spcPts val="600"/>
              </a:spcBef>
              <a:buFont typeface="Arial" panose="020B0604020202020204" pitchFamily="34" charset="0"/>
              <a:buChar char="•"/>
            </a:pPr>
            <a:r>
              <a:rPr lang="en-US" b="0" i="0" dirty="0">
                <a:solidFill>
                  <a:srgbClr val="222222"/>
                </a:solidFill>
                <a:effectLst/>
                <a:latin typeface="Arial" panose="020B0604020202020204" pitchFamily="34" charset="0"/>
              </a:rPr>
              <a:t>Cerqueira, Vitor, Luis </a:t>
            </a:r>
            <a:r>
              <a:rPr lang="en-US" b="0" i="0" dirty="0" err="1">
                <a:solidFill>
                  <a:srgbClr val="222222"/>
                </a:solidFill>
                <a:effectLst/>
                <a:latin typeface="Arial" panose="020B0604020202020204" pitchFamily="34" charset="0"/>
              </a:rPr>
              <a:t>Torgo</a:t>
            </a:r>
            <a:r>
              <a:rPr lang="en-US" b="0" i="0" dirty="0">
                <a:solidFill>
                  <a:srgbClr val="222222"/>
                </a:solidFill>
                <a:effectLst/>
                <a:latin typeface="Arial" panose="020B0604020202020204" pitchFamily="34" charset="0"/>
              </a:rPr>
              <a:t>, and Igor </a:t>
            </a:r>
            <a:r>
              <a:rPr lang="en-US" b="0" i="0" dirty="0" err="1">
                <a:solidFill>
                  <a:srgbClr val="222222"/>
                </a:solidFill>
                <a:effectLst/>
                <a:latin typeface="Arial" panose="020B0604020202020204" pitchFamily="34" charset="0"/>
              </a:rPr>
              <a:t>Mozetič</a:t>
            </a:r>
            <a:r>
              <a:rPr lang="en-US" b="0" i="0" dirty="0">
                <a:solidFill>
                  <a:srgbClr val="222222"/>
                </a:solidFill>
                <a:effectLst/>
                <a:latin typeface="Arial" panose="020B0604020202020204" pitchFamily="34" charset="0"/>
              </a:rPr>
              <a:t>. "Evaluating time series forecasting models: An empirical study on performance estimation methods." </a:t>
            </a:r>
            <a:r>
              <a:rPr lang="en-US" b="0" i="1" dirty="0">
                <a:solidFill>
                  <a:srgbClr val="222222"/>
                </a:solidFill>
                <a:effectLst/>
                <a:latin typeface="Arial" panose="020B0604020202020204" pitchFamily="34" charset="0"/>
              </a:rPr>
              <a:t>Machine Learning</a:t>
            </a:r>
            <a:r>
              <a:rPr lang="en-US" b="0" i="0" dirty="0">
                <a:solidFill>
                  <a:srgbClr val="222222"/>
                </a:solidFill>
                <a:effectLst/>
                <a:latin typeface="Arial" panose="020B0604020202020204" pitchFamily="34" charset="0"/>
              </a:rPr>
              <a:t> 109.11 (2020): 1997-2028.</a:t>
            </a:r>
          </a:p>
          <a:p>
            <a:pPr marL="285750" indent="-285750">
              <a:spcBef>
                <a:spcPts val="600"/>
              </a:spcBef>
              <a:buFont typeface="Arial" panose="020B0604020202020204" pitchFamily="34" charset="0"/>
              <a:buChar char="•"/>
            </a:pPr>
            <a:r>
              <a:rPr lang="en-US" b="0" i="0" dirty="0" err="1">
                <a:solidFill>
                  <a:srgbClr val="222222"/>
                </a:solidFill>
                <a:effectLst/>
                <a:latin typeface="Arial" panose="020B0604020202020204" pitchFamily="34" charset="0"/>
              </a:rPr>
              <a:t>Benidis</a:t>
            </a:r>
            <a:r>
              <a:rPr lang="en-US" b="0" i="0" dirty="0">
                <a:solidFill>
                  <a:srgbClr val="222222"/>
                </a:solidFill>
                <a:effectLst/>
                <a:latin typeface="Arial" panose="020B0604020202020204" pitchFamily="34" charset="0"/>
              </a:rPr>
              <a:t>, Konstantinos, et al. "Deep learning for time series forecasting: Tutorial and literature survey." </a:t>
            </a:r>
            <a:r>
              <a:rPr lang="en-US" b="0" i="1" dirty="0">
                <a:solidFill>
                  <a:srgbClr val="222222"/>
                </a:solidFill>
                <a:effectLst/>
                <a:latin typeface="Arial" panose="020B0604020202020204" pitchFamily="34" charset="0"/>
              </a:rPr>
              <a:t>ACM Computing Surveys</a:t>
            </a:r>
            <a:r>
              <a:rPr lang="en-US" b="0" i="0" dirty="0">
                <a:solidFill>
                  <a:srgbClr val="222222"/>
                </a:solidFill>
                <a:effectLst/>
                <a:latin typeface="Arial" panose="020B0604020202020204" pitchFamily="34" charset="0"/>
              </a:rPr>
              <a:t> 55.6 (2022): 1-36.</a:t>
            </a:r>
          </a:p>
          <a:p>
            <a:pPr marL="285750" indent="-285750">
              <a:spcBef>
                <a:spcPts val="600"/>
              </a:spcBef>
              <a:buFont typeface="Arial" panose="020B0604020202020204" pitchFamily="34" charset="0"/>
              <a:buChar char="•"/>
            </a:pPr>
            <a:r>
              <a:rPr lang="en-US" b="0" i="0" dirty="0">
                <a:solidFill>
                  <a:srgbClr val="222222"/>
                </a:solidFill>
                <a:effectLst/>
                <a:latin typeface="Arial" panose="020B0604020202020204" pitchFamily="34" charset="0"/>
              </a:rPr>
              <a:t>Wen, </a:t>
            </a:r>
            <a:r>
              <a:rPr lang="en-US" b="0" i="0" dirty="0" err="1">
                <a:solidFill>
                  <a:srgbClr val="222222"/>
                </a:solidFill>
                <a:effectLst/>
                <a:latin typeface="Arial" panose="020B0604020202020204" pitchFamily="34" charset="0"/>
              </a:rPr>
              <a:t>Qingsong</a:t>
            </a:r>
            <a:r>
              <a:rPr lang="en-US" b="0" i="0" dirty="0">
                <a:solidFill>
                  <a:srgbClr val="222222"/>
                </a:solidFill>
                <a:effectLst/>
                <a:latin typeface="Arial" panose="020B0604020202020204" pitchFamily="34" charset="0"/>
              </a:rPr>
              <a:t>, et al. "Transformers in time series: A survey." </a:t>
            </a:r>
            <a:r>
              <a:rPr lang="en-US" b="0" i="1" dirty="0" err="1">
                <a:solidFill>
                  <a:srgbClr val="222222"/>
                </a:solidFill>
                <a:effectLst/>
                <a:latin typeface="Arial" panose="020B0604020202020204" pitchFamily="34" charset="0"/>
              </a:rPr>
              <a:t>arXiv</a:t>
            </a:r>
            <a:r>
              <a:rPr lang="en-US" b="0" i="1" dirty="0">
                <a:solidFill>
                  <a:srgbClr val="222222"/>
                </a:solidFill>
                <a:effectLst/>
                <a:latin typeface="Arial" panose="020B0604020202020204" pitchFamily="34" charset="0"/>
              </a:rPr>
              <a:t> preprint arXiv:2202.07125</a:t>
            </a:r>
            <a:r>
              <a:rPr lang="en-US" b="0" i="0" dirty="0">
                <a:solidFill>
                  <a:srgbClr val="222222"/>
                </a:solidFill>
                <a:effectLst/>
                <a:latin typeface="Arial" panose="020B0604020202020204" pitchFamily="34" charset="0"/>
              </a:rPr>
              <a:t> (2022).</a:t>
            </a:r>
            <a:endParaRPr lang="en-US" dirty="0">
              <a:solidFill>
                <a:srgbClr val="222222"/>
              </a:solidFill>
            </a:endParaRPr>
          </a:p>
          <a:p>
            <a:pPr marL="285750" indent="-285750">
              <a:spcBef>
                <a:spcPts val="600"/>
              </a:spcBef>
              <a:buFont typeface="Arial" panose="020B0604020202020204" pitchFamily="34" charset="0"/>
              <a:buChar char="•"/>
            </a:pPr>
            <a:r>
              <a:rPr lang="en-US" b="0" i="0" dirty="0">
                <a:solidFill>
                  <a:srgbClr val="222222"/>
                </a:solidFill>
                <a:effectLst/>
                <a:latin typeface="Arial" panose="020B0604020202020204" pitchFamily="34" charset="0"/>
              </a:rPr>
              <a:t>Choi, </a:t>
            </a:r>
            <a:r>
              <a:rPr lang="en-US" b="0" i="0" dirty="0" err="1">
                <a:solidFill>
                  <a:srgbClr val="222222"/>
                </a:solidFill>
                <a:effectLst/>
                <a:latin typeface="Arial" panose="020B0604020202020204" pitchFamily="34" charset="0"/>
              </a:rPr>
              <a:t>Kukjin</a:t>
            </a:r>
            <a:r>
              <a:rPr lang="en-US" b="0" i="0" dirty="0">
                <a:solidFill>
                  <a:srgbClr val="222222"/>
                </a:solidFill>
                <a:effectLst/>
                <a:latin typeface="Arial" panose="020B0604020202020204" pitchFamily="34" charset="0"/>
              </a:rPr>
              <a:t>, et al. "Deep learning for anomaly detection in time-series data: Review, analysis, and guidelines." </a:t>
            </a:r>
            <a:r>
              <a:rPr lang="en-US" b="0" i="1" dirty="0">
                <a:solidFill>
                  <a:srgbClr val="222222"/>
                </a:solidFill>
                <a:effectLst/>
                <a:latin typeface="Arial" panose="020B0604020202020204" pitchFamily="34" charset="0"/>
              </a:rPr>
              <a:t>IEEE access</a:t>
            </a:r>
            <a:r>
              <a:rPr lang="en-US" b="0" i="0" dirty="0">
                <a:solidFill>
                  <a:srgbClr val="222222"/>
                </a:solidFill>
                <a:effectLst/>
                <a:latin typeface="Arial" panose="020B0604020202020204" pitchFamily="34" charset="0"/>
              </a:rPr>
              <a:t> 9 (2021): 120043-120065.</a:t>
            </a:r>
            <a:endParaRPr lang="en-US" dirty="0"/>
          </a:p>
        </p:txBody>
      </p:sp>
    </p:spTree>
    <p:extLst>
      <p:ext uri="{BB962C8B-B14F-4D97-AF65-F5344CB8AC3E}">
        <p14:creationId xmlns:p14="http://schemas.microsoft.com/office/powerpoint/2010/main" val="2896437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F91BF1-E775-0E46-AC60-8867998720AC}"/>
              </a:ext>
            </a:extLst>
          </p:cNvPr>
          <p:cNvSpPr>
            <a:spLocks noGrp="1"/>
          </p:cNvSpPr>
          <p:nvPr>
            <p:ph type="body" sz="quarter" idx="11"/>
          </p:nvPr>
        </p:nvSpPr>
        <p:spPr/>
        <p:txBody>
          <a:bodyPr/>
          <a:lstStyle/>
          <a:p>
            <a:r>
              <a:rPr lang="en-US" dirty="0"/>
              <a:t>Q&amp;A</a:t>
            </a:r>
          </a:p>
          <a:p>
            <a:r>
              <a:rPr lang="en-US" sz="1600" dirty="0" err="1"/>
              <a:t>dalia.calneryte@ktu.lt</a:t>
            </a:r>
            <a:r>
              <a:rPr lang="en-US" sz="1600" dirty="0"/>
              <a:t> </a:t>
            </a:r>
          </a:p>
        </p:txBody>
      </p:sp>
      <p:sp>
        <p:nvSpPr>
          <p:cNvPr id="3" name="Text Placeholder 2">
            <a:extLst>
              <a:ext uri="{FF2B5EF4-FFF2-40B4-BE49-F238E27FC236}">
                <a16:creationId xmlns:a16="http://schemas.microsoft.com/office/drawing/2014/main" id="{F52280FC-DCF0-4A41-1FDE-91482200CF66}"/>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4113686463"/>
      </p:ext>
    </p:extLst>
  </p:cSld>
  <p:clrMapOvr>
    <a:masterClrMapping/>
  </p:clrMapOvr>
</p:sld>
</file>

<file path=ppt/theme/theme1.xml><?xml version="1.0" encoding="utf-8"?>
<a:theme xmlns:a="http://schemas.openxmlformats.org/drawingml/2006/main" name="TEKSTA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FOT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TEKSTA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2814</Words>
  <Application>Microsoft Office PowerPoint</Application>
  <PresentationFormat>Widescreen</PresentationFormat>
  <Paragraphs>450</Paragraphs>
  <Slides>35</Slides>
  <Notes>10</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35</vt:i4>
      </vt:variant>
    </vt:vector>
  </HeadingPairs>
  <TitlesOfParts>
    <vt:vector size="49" baseType="lpstr">
      <vt:lpstr>Aptos Narrow</vt:lpstr>
      <vt:lpstr>Arial</vt:lpstr>
      <vt:lpstr>Arial </vt:lpstr>
      <vt:lpstr>Calibri</vt:lpstr>
      <vt:lpstr>Cambria Math</vt:lpstr>
      <vt:lpstr>Courier New</vt:lpstr>
      <vt:lpstr>Inter Medium</vt:lpstr>
      <vt:lpstr>Inter Semi Bold</vt:lpstr>
      <vt:lpstr>pf_dintext_promedium</vt:lpstr>
      <vt:lpstr>PlusJakartaSans</vt:lpstr>
      <vt:lpstr>Tahoma</vt:lpstr>
      <vt:lpstr>TEKSTAS</vt:lpstr>
      <vt:lpstr>FOTO</vt:lpstr>
      <vt:lpstr>1_TEKSTAS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Dalia Čalnerytė</cp:lastModifiedBy>
  <cp:revision>60</cp:revision>
  <cp:lastPrinted>2022-08-02T15:29:13Z</cp:lastPrinted>
  <dcterms:created xsi:type="dcterms:W3CDTF">2020-12-23T08:59:48Z</dcterms:created>
  <dcterms:modified xsi:type="dcterms:W3CDTF">2024-12-02T19:10:58Z</dcterms:modified>
  <cp:category/>
  <dc:identifier/>
  <cp:contentStatus/>
  <dc:language/>
</cp:coreProperties>
</file>